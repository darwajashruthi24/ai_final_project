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75" r:id="rId10"/>
    <p:sldId id="266" r:id="rId11"/>
    <p:sldId id="268" r:id="rId12"/>
    <p:sldId id="269" r:id="rId13"/>
    <p:sldId id="272" r:id="rId14"/>
    <p:sldId id="27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67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8DC40F-96C9-4863-B2F6-156E77EA759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2795BD8-FDD8-4851-97B3-5735633E95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The project delivers a fully functional L</a:t>
          </a:r>
          <a:r>
            <a:rPr lang="en-US"/>
            <a:t>ife Sync AI personalized Routine Prediction System is a </a:t>
          </a:r>
          <a:r>
            <a:rPr lang="en-US" i="0" baseline="0"/>
            <a:t>web application with user login and dashboard.</a:t>
          </a:r>
          <a:endParaRPr lang="en-US"/>
        </a:p>
      </dgm:t>
    </dgm:pt>
    <dgm:pt modelId="{9BE69A0C-A750-41D9-B15A-72589C200A88}" type="parTrans" cxnId="{A28E660B-3396-4D83-9558-33796C1B2071}">
      <dgm:prSet/>
      <dgm:spPr/>
      <dgm:t>
        <a:bodyPr/>
        <a:lstStyle/>
        <a:p>
          <a:endParaRPr lang="en-US"/>
        </a:p>
      </dgm:t>
    </dgm:pt>
    <dgm:pt modelId="{1D217AE3-D320-4804-BE78-9CAD6FAB207F}" type="sibTrans" cxnId="{A28E660B-3396-4D83-9558-33796C1B2071}">
      <dgm:prSet/>
      <dgm:spPr/>
      <dgm:t>
        <a:bodyPr/>
        <a:lstStyle/>
        <a:p>
          <a:endParaRPr lang="en-US"/>
        </a:p>
      </dgm:t>
    </dgm:pt>
    <dgm:pt modelId="{4311C7AC-F571-4FF0-A482-43052102A7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It includes a trained machine learning model that predicts daily essential items and forgetting probability.</a:t>
          </a:r>
          <a:endParaRPr lang="en-US"/>
        </a:p>
      </dgm:t>
    </dgm:pt>
    <dgm:pt modelId="{23550981-EB10-4FFE-AC30-311B60EED24B}" type="parTrans" cxnId="{0AE5D9E0-74A2-4164-BFF3-542D77E670D4}">
      <dgm:prSet/>
      <dgm:spPr/>
      <dgm:t>
        <a:bodyPr/>
        <a:lstStyle/>
        <a:p>
          <a:endParaRPr lang="en-US"/>
        </a:p>
      </dgm:t>
    </dgm:pt>
    <dgm:pt modelId="{15D67CC7-6261-4EB1-BC48-8EF9959AFE49}" type="sibTrans" cxnId="{0AE5D9E0-74A2-4164-BFF3-542D77E670D4}">
      <dgm:prSet/>
      <dgm:spPr/>
      <dgm:t>
        <a:bodyPr/>
        <a:lstStyle/>
        <a:p>
          <a:endParaRPr lang="en-US"/>
        </a:p>
      </dgm:t>
    </dgm:pt>
    <dgm:pt modelId="{47006F4C-943C-4E54-947C-8834919EA7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An automated email reminder system is provided for daily notifications.</a:t>
          </a:r>
          <a:endParaRPr lang="en-US"/>
        </a:p>
      </dgm:t>
    </dgm:pt>
    <dgm:pt modelId="{0581BF2F-69D8-44EF-B97B-D3D70BFBF721}" type="parTrans" cxnId="{DFE02A26-889F-46D8-90C1-71621BF65DF1}">
      <dgm:prSet/>
      <dgm:spPr/>
      <dgm:t>
        <a:bodyPr/>
        <a:lstStyle/>
        <a:p>
          <a:endParaRPr lang="en-US"/>
        </a:p>
      </dgm:t>
    </dgm:pt>
    <dgm:pt modelId="{9078B536-0196-49DE-AD59-A485A8ECBEB5}" type="sibTrans" cxnId="{DFE02A26-889F-46D8-90C1-71621BF65DF1}">
      <dgm:prSet/>
      <dgm:spPr/>
      <dgm:t>
        <a:bodyPr/>
        <a:lstStyle/>
        <a:p>
          <a:endParaRPr lang="en-US"/>
        </a:p>
      </dgm:t>
    </dgm:pt>
    <dgm:pt modelId="{1E804C92-9FB7-4E8D-80D7-8EB8C55C79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Complete project documentation, source code, and final presentation are delivered for evaluation.</a:t>
          </a:r>
          <a:endParaRPr lang="en-US"/>
        </a:p>
      </dgm:t>
    </dgm:pt>
    <dgm:pt modelId="{688B2442-B817-476A-AC46-221C70D80C31}" type="parTrans" cxnId="{CD5BCF28-5CE0-434A-8546-80367689A301}">
      <dgm:prSet/>
      <dgm:spPr/>
      <dgm:t>
        <a:bodyPr/>
        <a:lstStyle/>
        <a:p>
          <a:endParaRPr lang="en-US"/>
        </a:p>
      </dgm:t>
    </dgm:pt>
    <dgm:pt modelId="{95DC15CD-B82C-49B4-9365-18939B44C687}" type="sibTrans" cxnId="{CD5BCF28-5CE0-434A-8546-80367689A301}">
      <dgm:prSet/>
      <dgm:spPr/>
      <dgm:t>
        <a:bodyPr/>
        <a:lstStyle/>
        <a:p>
          <a:endParaRPr lang="en-US"/>
        </a:p>
      </dgm:t>
    </dgm:pt>
    <dgm:pt modelId="{EACBFD2D-6C7C-42C4-87F0-280E3B59F9E2}" type="pres">
      <dgm:prSet presAssocID="{B38DC40F-96C9-4863-B2F6-156E77EA7592}" presName="root" presStyleCnt="0">
        <dgm:presLayoutVars>
          <dgm:dir/>
          <dgm:resizeHandles val="exact"/>
        </dgm:presLayoutVars>
      </dgm:prSet>
      <dgm:spPr/>
    </dgm:pt>
    <dgm:pt modelId="{2AE01730-E388-4C27-AAB3-151591F85D99}" type="pres">
      <dgm:prSet presAssocID="{22795BD8-FDD8-4851-97B3-5735633E95D6}" presName="compNode" presStyleCnt="0"/>
      <dgm:spPr/>
    </dgm:pt>
    <dgm:pt modelId="{284D4556-4BBF-4E00-AAD7-9FFCFC21A52E}" type="pres">
      <dgm:prSet presAssocID="{22795BD8-FDD8-4851-97B3-5735633E95D6}" presName="bgRect" presStyleLbl="bgShp" presStyleIdx="0" presStyleCnt="4"/>
      <dgm:spPr/>
    </dgm:pt>
    <dgm:pt modelId="{7EC65173-5D81-4903-B0AB-3DD0492D3A5F}" type="pres">
      <dgm:prSet presAssocID="{22795BD8-FDD8-4851-97B3-5735633E95D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35FF2B5-8028-4849-9450-AFFF16A11928}" type="pres">
      <dgm:prSet presAssocID="{22795BD8-FDD8-4851-97B3-5735633E95D6}" presName="spaceRect" presStyleCnt="0"/>
      <dgm:spPr/>
    </dgm:pt>
    <dgm:pt modelId="{2C04DEEF-7CBB-445B-B80B-2E890E0404DE}" type="pres">
      <dgm:prSet presAssocID="{22795BD8-FDD8-4851-97B3-5735633E95D6}" presName="parTx" presStyleLbl="revTx" presStyleIdx="0" presStyleCnt="4">
        <dgm:presLayoutVars>
          <dgm:chMax val="0"/>
          <dgm:chPref val="0"/>
        </dgm:presLayoutVars>
      </dgm:prSet>
      <dgm:spPr/>
    </dgm:pt>
    <dgm:pt modelId="{7F31B125-4B60-4F92-9476-6E95D8F40539}" type="pres">
      <dgm:prSet presAssocID="{1D217AE3-D320-4804-BE78-9CAD6FAB207F}" presName="sibTrans" presStyleCnt="0"/>
      <dgm:spPr/>
    </dgm:pt>
    <dgm:pt modelId="{9333CBFE-D8B2-4A91-B843-588EF5A4072B}" type="pres">
      <dgm:prSet presAssocID="{4311C7AC-F571-4FF0-A482-43052102A78C}" presName="compNode" presStyleCnt="0"/>
      <dgm:spPr/>
    </dgm:pt>
    <dgm:pt modelId="{4B44FC23-C8B5-4D5B-9131-BE143EF73756}" type="pres">
      <dgm:prSet presAssocID="{4311C7AC-F571-4FF0-A482-43052102A78C}" presName="bgRect" presStyleLbl="bgShp" presStyleIdx="1" presStyleCnt="4"/>
      <dgm:spPr/>
    </dgm:pt>
    <dgm:pt modelId="{065C3321-3018-4688-A905-4CBC3AAF7BD4}" type="pres">
      <dgm:prSet presAssocID="{4311C7AC-F571-4FF0-A482-43052102A78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76A416C-4A98-49AC-A61C-415DBFAE7BE1}" type="pres">
      <dgm:prSet presAssocID="{4311C7AC-F571-4FF0-A482-43052102A78C}" presName="spaceRect" presStyleCnt="0"/>
      <dgm:spPr/>
    </dgm:pt>
    <dgm:pt modelId="{9E802BAB-A7D4-4306-BDD1-6268F24E0AEE}" type="pres">
      <dgm:prSet presAssocID="{4311C7AC-F571-4FF0-A482-43052102A78C}" presName="parTx" presStyleLbl="revTx" presStyleIdx="1" presStyleCnt="4">
        <dgm:presLayoutVars>
          <dgm:chMax val="0"/>
          <dgm:chPref val="0"/>
        </dgm:presLayoutVars>
      </dgm:prSet>
      <dgm:spPr/>
    </dgm:pt>
    <dgm:pt modelId="{18190B4F-9BBA-4162-A4D9-09C14BDD25E7}" type="pres">
      <dgm:prSet presAssocID="{15D67CC7-6261-4EB1-BC48-8EF9959AFE49}" presName="sibTrans" presStyleCnt="0"/>
      <dgm:spPr/>
    </dgm:pt>
    <dgm:pt modelId="{5B7EF963-9B20-4825-A867-E8616BD9E0B1}" type="pres">
      <dgm:prSet presAssocID="{47006F4C-943C-4E54-947C-8834919EA707}" presName="compNode" presStyleCnt="0"/>
      <dgm:spPr/>
    </dgm:pt>
    <dgm:pt modelId="{C49B4D6F-48CB-4ABA-8D85-1906E360D851}" type="pres">
      <dgm:prSet presAssocID="{47006F4C-943C-4E54-947C-8834919EA707}" presName="bgRect" presStyleLbl="bgShp" presStyleIdx="2" presStyleCnt="4"/>
      <dgm:spPr/>
    </dgm:pt>
    <dgm:pt modelId="{693D3D66-9496-4860-9E1E-7B34F79819C5}" type="pres">
      <dgm:prSet presAssocID="{47006F4C-943C-4E54-947C-8834919EA70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C64C3AE9-4108-43F8-BA3E-2A7DE74FC94A}" type="pres">
      <dgm:prSet presAssocID="{47006F4C-943C-4E54-947C-8834919EA707}" presName="spaceRect" presStyleCnt="0"/>
      <dgm:spPr/>
    </dgm:pt>
    <dgm:pt modelId="{BC9E541C-4797-4A7D-A4FE-AC07E3C277F4}" type="pres">
      <dgm:prSet presAssocID="{47006F4C-943C-4E54-947C-8834919EA707}" presName="parTx" presStyleLbl="revTx" presStyleIdx="2" presStyleCnt="4">
        <dgm:presLayoutVars>
          <dgm:chMax val="0"/>
          <dgm:chPref val="0"/>
        </dgm:presLayoutVars>
      </dgm:prSet>
      <dgm:spPr/>
    </dgm:pt>
    <dgm:pt modelId="{5EFE4F5C-5CF8-4981-86D5-E96F12351D9B}" type="pres">
      <dgm:prSet presAssocID="{9078B536-0196-49DE-AD59-A485A8ECBEB5}" presName="sibTrans" presStyleCnt="0"/>
      <dgm:spPr/>
    </dgm:pt>
    <dgm:pt modelId="{B48914A2-E6ED-47A1-AF1B-51B1809F949F}" type="pres">
      <dgm:prSet presAssocID="{1E804C92-9FB7-4E8D-80D7-8EB8C55C794C}" presName="compNode" presStyleCnt="0"/>
      <dgm:spPr/>
    </dgm:pt>
    <dgm:pt modelId="{B99BD9F5-2209-414F-AC78-6DACE4D490DF}" type="pres">
      <dgm:prSet presAssocID="{1E804C92-9FB7-4E8D-80D7-8EB8C55C794C}" presName="bgRect" presStyleLbl="bgShp" presStyleIdx="3" presStyleCnt="4"/>
      <dgm:spPr/>
    </dgm:pt>
    <dgm:pt modelId="{57433C98-180F-455B-958B-62A53A8F31C4}" type="pres">
      <dgm:prSet presAssocID="{1E804C92-9FB7-4E8D-80D7-8EB8C55C794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E830CD69-39AE-424E-A5AC-0353DEBDE015}" type="pres">
      <dgm:prSet presAssocID="{1E804C92-9FB7-4E8D-80D7-8EB8C55C794C}" presName="spaceRect" presStyleCnt="0"/>
      <dgm:spPr/>
    </dgm:pt>
    <dgm:pt modelId="{07409E8F-CECF-411E-8188-4A358459ACDE}" type="pres">
      <dgm:prSet presAssocID="{1E804C92-9FB7-4E8D-80D7-8EB8C55C794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28E660B-3396-4D83-9558-33796C1B2071}" srcId="{B38DC40F-96C9-4863-B2F6-156E77EA7592}" destId="{22795BD8-FDD8-4851-97B3-5735633E95D6}" srcOrd="0" destOrd="0" parTransId="{9BE69A0C-A750-41D9-B15A-72589C200A88}" sibTransId="{1D217AE3-D320-4804-BE78-9CAD6FAB207F}"/>
    <dgm:cxn modelId="{77E2A319-534E-4C73-B655-603C8748A0C1}" type="presOf" srcId="{1E804C92-9FB7-4E8D-80D7-8EB8C55C794C}" destId="{07409E8F-CECF-411E-8188-4A358459ACDE}" srcOrd="0" destOrd="0" presId="urn:microsoft.com/office/officeart/2018/2/layout/IconVerticalSolidList"/>
    <dgm:cxn modelId="{DFE02A26-889F-46D8-90C1-71621BF65DF1}" srcId="{B38DC40F-96C9-4863-B2F6-156E77EA7592}" destId="{47006F4C-943C-4E54-947C-8834919EA707}" srcOrd="2" destOrd="0" parTransId="{0581BF2F-69D8-44EF-B97B-D3D70BFBF721}" sibTransId="{9078B536-0196-49DE-AD59-A485A8ECBEB5}"/>
    <dgm:cxn modelId="{A78E5C28-7960-48F8-962F-89EE942BD163}" type="presOf" srcId="{B38DC40F-96C9-4863-B2F6-156E77EA7592}" destId="{EACBFD2D-6C7C-42C4-87F0-280E3B59F9E2}" srcOrd="0" destOrd="0" presId="urn:microsoft.com/office/officeart/2018/2/layout/IconVerticalSolidList"/>
    <dgm:cxn modelId="{CD5BCF28-5CE0-434A-8546-80367689A301}" srcId="{B38DC40F-96C9-4863-B2F6-156E77EA7592}" destId="{1E804C92-9FB7-4E8D-80D7-8EB8C55C794C}" srcOrd="3" destOrd="0" parTransId="{688B2442-B817-476A-AC46-221C70D80C31}" sibTransId="{95DC15CD-B82C-49B4-9365-18939B44C687}"/>
    <dgm:cxn modelId="{35D2C760-1169-489A-BD91-AB47F54B94CE}" type="presOf" srcId="{4311C7AC-F571-4FF0-A482-43052102A78C}" destId="{9E802BAB-A7D4-4306-BDD1-6268F24E0AEE}" srcOrd="0" destOrd="0" presId="urn:microsoft.com/office/officeart/2018/2/layout/IconVerticalSolidList"/>
    <dgm:cxn modelId="{F514948D-604C-4C29-8B63-513754AB4C8F}" type="presOf" srcId="{22795BD8-FDD8-4851-97B3-5735633E95D6}" destId="{2C04DEEF-7CBB-445B-B80B-2E890E0404DE}" srcOrd="0" destOrd="0" presId="urn:microsoft.com/office/officeart/2018/2/layout/IconVerticalSolidList"/>
    <dgm:cxn modelId="{63FC9EAA-6170-4209-BDFC-ACB0123BAE89}" type="presOf" srcId="{47006F4C-943C-4E54-947C-8834919EA707}" destId="{BC9E541C-4797-4A7D-A4FE-AC07E3C277F4}" srcOrd="0" destOrd="0" presId="urn:microsoft.com/office/officeart/2018/2/layout/IconVerticalSolidList"/>
    <dgm:cxn modelId="{0AE5D9E0-74A2-4164-BFF3-542D77E670D4}" srcId="{B38DC40F-96C9-4863-B2F6-156E77EA7592}" destId="{4311C7AC-F571-4FF0-A482-43052102A78C}" srcOrd="1" destOrd="0" parTransId="{23550981-EB10-4FFE-AC30-311B60EED24B}" sibTransId="{15D67CC7-6261-4EB1-BC48-8EF9959AFE49}"/>
    <dgm:cxn modelId="{5F5C8EA3-CEDC-4615-8010-543FA519F402}" type="presParOf" srcId="{EACBFD2D-6C7C-42C4-87F0-280E3B59F9E2}" destId="{2AE01730-E388-4C27-AAB3-151591F85D99}" srcOrd="0" destOrd="0" presId="urn:microsoft.com/office/officeart/2018/2/layout/IconVerticalSolidList"/>
    <dgm:cxn modelId="{D6881E31-7416-47CA-BE39-EDD36DB9AB0C}" type="presParOf" srcId="{2AE01730-E388-4C27-AAB3-151591F85D99}" destId="{284D4556-4BBF-4E00-AAD7-9FFCFC21A52E}" srcOrd="0" destOrd="0" presId="urn:microsoft.com/office/officeart/2018/2/layout/IconVerticalSolidList"/>
    <dgm:cxn modelId="{09385D70-CC29-415F-BEAF-D0B05871ED11}" type="presParOf" srcId="{2AE01730-E388-4C27-AAB3-151591F85D99}" destId="{7EC65173-5D81-4903-B0AB-3DD0492D3A5F}" srcOrd="1" destOrd="0" presId="urn:microsoft.com/office/officeart/2018/2/layout/IconVerticalSolidList"/>
    <dgm:cxn modelId="{3690EB1A-A1EE-431B-83A6-070FD74F36CF}" type="presParOf" srcId="{2AE01730-E388-4C27-AAB3-151591F85D99}" destId="{335FF2B5-8028-4849-9450-AFFF16A11928}" srcOrd="2" destOrd="0" presId="urn:microsoft.com/office/officeart/2018/2/layout/IconVerticalSolidList"/>
    <dgm:cxn modelId="{216CC352-6B5A-4CF4-A1A8-100CB08B8B82}" type="presParOf" srcId="{2AE01730-E388-4C27-AAB3-151591F85D99}" destId="{2C04DEEF-7CBB-445B-B80B-2E890E0404DE}" srcOrd="3" destOrd="0" presId="urn:microsoft.com/office/officeart/2018/2/layout/IconVerticalSolidList"/>
    <dgm:cxn modelId="{B6561FF8-6B9E-41E2-B450-8C2930E3214D}" type="presParOf" srcId="{EACBFD2D-6C7C-42C4-87F0-280E3B59F9E2}" destId="{7F31B125-4B60-4F92-9476-6E95D8F40539}" srcOrd="1" destOrd="0" presId="urn:microsoft.com/office/officeart/2018/2/layout/IconVerticalSolidList"/>
    <dgm:cxn modelId="{CAA462A0-CAB9-4B8A-BC87-064FD7BD2FB2}" type="presParOf" srcId="{EACBFD2D-6C7C-42C4-87F0-280E3B59F9E2}" destId="{9333CBFE-D8B2-4A91-B843-588EF5A4072B}" srcOrd="2" destOrd="0" presId="urn:microsoft.com/office/officeart/2018/2/layout/IconVerticalSolidList"/>
    <dgm:cxn modelId="{E62C3E29-3DE4-4729-B751-CDCE428AD586}" type="presParOf" srcId="{9333CBFE-D8B2-4A91-B843-588EF5A4072B}" destId="{4B44FC23-C8B5-4D5B-9131-BE143EF73756}" srcOrd="0" destOrd="0" presId="urn:microsoft.com/office/officeart/2018/2/layout/IconVerticalSolidList"/>
    <dgm:cxn modelId="{4FF455C8-C4EB-4440-8A1E-31641154E454}" type="presParOf" srcId="{9333CBFE-D8B2-4A91-B843-588EF5A4072B}" destId="{065C3321-3018-4688-A905-4CBC3AAF7BD4}" srcOrd="1" destOrd="0" presId="urn:microsoft.com/office/officeart/2018/2/layout/IconVerticalSolidList"/>
    <dgm:cxn modelId="{2A719084-074D-4977-9012-FBDA5E1F1F26}" type="presParOf" srcId="{9333CBFE-D8B2-4A91-B843-588EF5A4072B}" destId="{A76A416C-4A98-49AC-A61C-415DBFAE7BE1}" srcOrd="2" destOrd="0" presId="urn:microsoft.com/office/officeart/2018/2/layout/IconVerticalSolidList"/>
    <dgm:cxn modelId="{3FF8A749-D10C-493F-B445-58E365C5DAC9}" type="presParOf" srcId="{9333CBFE-D8B2-4A91-B843-588EF5A4072B}" destId="{9E802BAB-A7D4-4306-BDD1-6268F24E0AEE}" srcOrd="3" destOrd="0" presId="urn:microsoft.com/office/officeart/2018/2/layout/IconVerticalSolidList"/>
    <dgm:cxn modelId="{4A3EAF8E-AEF4-4701-B3AA-C32A5B5F18B1}" type="presParOf" srcId="{EACBFD2D-6C7C-42C4-87F0-280E3B59F9E2}" destId="{18190B4F-9BBA-4162-A4D9-09C14BDD25E7}" srcOrd="3" destOrd="0" presId="urn:microsoft.com/office/officeart/2018/2/layout/IconVerticalSolidList"/>
    <dgm:cxn modelId="{3A234E3F-C120-4F79-A4F3-8609A5DCEA82}" type="presParOf" srcId="{EACBFD2D-6C7C-42C4-87F0-280E3B59F9E2}" destId="{5B7EF963-9B20-4825-A867-E8616BD9E0B1}" srcOrd="4" destOrd="0" presId="urn:microsoft.com/office/officeart/2018/2/layout/IconVerticalSolidList"/>
    <dgm:cxn modelId="{53CC6A4D-2DAC-47A7-B3B8-6FD32D009E39}" type="presParOf" srcId="{5B7EF963-9B20-4825-A867-E8616BD9E0B1}" destId="{C49B4D6F-48CB-4ABA-8D85-1906E360D851}" srcOrd="0" destOrd="0" presId="urn:microsoft.com/office/officeart/2018/2/layout/IconVerticalSolidList"/>
    <dgm:cxn modelId="{7C536A59-64B1-4F86-8648-B8344E5CD091}" type="presParOf" srcId="{5B7EF963-9B20-4825-A867-E8616BD9E0B1}" destId="{693D3D66-9496-4860-9E1E-7B34F79819C5}" srcOrd="1" destOrd="0" presId="urn:microsoft.com/office/officeart/2018/2/layout/IconVerticalSolidList"/>
    <dgm:cxn modelId="{B7C1A74F-0119-491C-9EF9-0D4C27F57B24}" type="presParOf" srcId="{5B7EF963-9B20-4825-A867-E8616BD9E0B1}" destId="{C64C3AE9-4108-43F8-BA3E-2A7DE74FC94A}" srcOrd="2" destOrd="0" presId="urn:microsoft.com/office/officeart/2018/2/layout/IconVerticalSolidList"/>
    <dgm:cxn modelId="{E5A88DCF-7083-49BA-BC15-4B4BCAAC523F}" type="presParOf" srcId="{5B7EF963-9B20-4825-A867-E8616BD9E0B1}" destId="{BC9E541C-4797-4A7D-A4FE-AC07E3C277F4}" srcOrd="3" destOrd="0" presId="urn:microsoft.com/office/officeart/2018/2/layout/IconVerticalSolidList"/>
    <dgm:cxn modelId="{54ACE909-09AA-48EA-A94B-5D0E1988CB52}" type="presParOf" srcId="{EACBFD2D-6C7C-42C4-87F0-280E3B59F9E2}" destId="{5EFE4F5C-5CF8-4981-86D5-E96F12351D9B}" srcOrd="5" destOrd="0" presId="urn:microsoft.com/office/officeart/2018/2/layout/IconVerticalSolidList"/>
    <dgm:cxn modelId="{D05AF234-E38C-4C53-8BEC-AB0B1EAA954E}" type="presParOf" srcId="{EACBFD2D-6C7C-42C4-87F0-280E3B59F9E2}" destId="{B48914A2-E6ED-47A1-AF1B-51B1809F949F}" srcOrd="6" destOrd="0" presId="urn:microsoft.com/office/officeart/2018/2/layout/IconVerticalSolidList"/>
    <dgm:cxn modelId="{FAEBE12F-D0D1-43DB-A76D-55B69D2D926E}" type="presParOf" srcId="{B48914A2-E6ED-47A1-AF1B-51B1809F949F}" destId="{B99BD9F5-2209-414F-AC78-6DACE4D490DF}" srcOrd="0" destOrd="0" presId="urn:microsoft.com/office/officeart/2018/2/layout/IconVerticalSolidList"/>
    <dgm:cxn modelId="{375AE92A-561C-4BE8-8FFF-E40B35C949B7}" type="presParOf" srcId="{B48914A2-E6ED-47A1-AF1B-51B1809F949F}" destId="{57433C98-180F-455B-958B-62A53A8F31C4}" srcOrd="1" destOrd="0" presId="urn:microsoft.com/office/officeart/2018/2/layout/IconVerticalSolidList"/>
    <dgm:cxn modelId="{C139AFFB-A2FA-4DA1-AAAE-3E41D86B3D4A}" type="presParOf" srcId="{B48914A2-E6ED-47A1-AF1B-51B1809F949F}" destId="{E830CD69-39AE-424E-A5AC-0353DEBDE015}" srcOrd="2" destOrd="0" presId="urn:microsoft.com/office/officeart/2018/2/layout/IconVerticalSolidList"/>
    <dgm:cxn modelId="{6052C914-CF04-4953-A4A7-F36CADD4166C}" type="presParOf" srcId="{B48914A2-E6ED-47A1-AF1B-51B1809F949F}" destId="{07409E8F-CECF-411E-8188-4A358459ACD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63E6B01-A447-469C-9BC6-8CA690D7B6D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B36519E-5D59-4FE1-AF26-6171F338660E}">
      <dgm:prSet/>
      <dgm:spPr/>
      <dgm:t>
        <a:bodyPr/>
        <a:lstStyle/>
        <a:p>
          <a:r>
            <a:rPr lang="en-US"/>
            <a:t>Frontend: HTML, CSS, JavaScript</a:t>
          </a:r>
        </a:p>
      </dgm:t>
    </dgm:pt>
    <dgm:pt modelId="{3E700F8C-6D22-4AFB-AC61-3789A07BB802}" type="parTrans" cxnId="{A0819D94-79A6-4B8F-84DF-B6037B2B9F8D}">
      <dgm:prSet/>
      <dgm:spPr/>
      <dgm:t>
        <a:bodyPr/>
        <a:lstStyle/>
        <a:p>
          <a:endParaRPr lang="en-US"/>
        </a:p>
      </dgm:t>
    </dgm:pt>
    <dgm:pt modelId="{EC7D201D-192A-4647-9DF4-A2F95571429D}" type="sibTrans" cxnId="{A0819D94-79A6-4B8F-84DF-B6037B2B9F8D}">
      <dgm:prSet/>
      <dgm:spPr/>
      <dgm:t>
        <a:bodyPr/>
        <a:lstStyle/>
        <a:p>
          <a:endParaRPr lang="en-US"/>
        </a:p>
      </dgm:t>
    </dgm:pt>
    <dgm:pt modelId="{7BC2E8A0-385B-4580-88D6-8A6364C5E5AC}">
      <dgm:prSet/>
      <dgm:spPr/>
      <dgm:t>
        <a:bodyPr/>
        <a:lstStyle/>
        <a:p>
          <a:r>
            <a:rPr lang="en-US"/>
            <a:t>Backend: Flask (Python)</a:t>
          </a:r>
        </a:p>
      </dgm:t>
    </dgm:pt>
    <dgm:pt modelId="{44BA607C-0EFF-4F69-9232-E58E49F093EA}" type="parTrans" cxnId="{0CBA5E8E-F98D-4C57-904D-534D547F9E68}">
      <dgm:prSet/>
      <dgm:spPr/>
      <dgm:t>
        <a:bodyPr/>
        <a:lstStyle/>
        <a:p>
          <a:endParaRPr lang="en-US"/>
        </a:p>
      </dgm:t>
    </dgm:pt>
    <dgm:pt modelId="{EDBA115C-1FDC-4728-A3B1-F07DCDF73CF6}" type="sibTrans" cxnId="{0CBA5E8E-F98D-4C57-904D-534D547F9E68}">
      <dgm:prSet/>
      <dgm:spPr/>
      <dgm:t>
        <a:bodyPr/>
        <a:lstStyle/>
        <a:p>
          <a:endParaRPr lang="en-US"/>
        </a:p>
      </dgm:t>
    </dgm:pt>
    <dgm:pt modelId="{6F841A89-33D6-4621-B8B8-3FA05C3CD86D}">
      <dgm:prSet/>
      <dgm:spPr/>
      <dgm:t>
        <a:bodyPr/>
        <a:lstStyle/>
        <a:p>
          <a:r>
            <a:rPr lang="en-US"/>
            <a:t>Database: SQL Alchemy ORM</a:t>
          </a:r>
        </a:p>
      </dgm:t>
    </dgm:pt>
    <dgm:pt modelId="{C249FC66-A7AF-4242-B641-CC217A395A42}" type="parTrans" cxnId="{E2E553D8-1F89-47DF-952C-E4A083F9A278}">
      <dgm:prSet/>
      <dgm:spPr/>
      <dgm:t>
        <a:bodyPr/>
        <a:lstStyle/>
        <a:p>
          <a:endParaRPr lang="en-US"/>
        </a:p>
      </dgm:t>
    </dgm:pt>
    <dgm:pt modelId="{9C4C18EF-A855-4CCD-BC2A-D3E88396726D}" type="sibTrans" cxnId="{E2E553D8-1F89-47DF-952C-E4A083F9A278}">
      <dgm:prSet/>
      <dgm:spPr/>
      <dgm:t>
        <a:bodyPr/>
        <a:lstStyle/>
        <a:p>
          <a:endParaRPr lang="en-US"/>
        </a:p>
      </dgm:t>
    </dgm:pt>
    <dgm:pt modelId="{E5DD2DDB-002A-4460-B214-75521F6D2D1E}">
      <dgm:prSet/>
      <dgm:spPr/>
      <dgm:t>
        <a:bodyPr/>
        <a:lstStyle/>
        <a:p>
          <a:r>
            <a:rPr lang="en-US"/>
            <a:t>ML Models: K-Means, Random Forest, Logistic Regression</a:t>
          </a:r>
        </a:p>
      </dgm:t>
    </dgm:pt>
    <dgm:pt modelId="{E066B573-DC9E-46D5-9BD0-C6E550C6057D}" type="parTrans" cxnId="{6BCA6152-5EB3-42ED-900E-78D75487C03D}">
      <dgm:prSet/>
      <dgm:spPr/>
      <dgm:t>
        <a:bodyPr/>
        <a:lstStyle/>
        <a:p>
          <a:endParaRPr lang="en-US"/>
        </a:p>
      </dgm:t>
    </dgm:pt>
    <dgm:pt modelId="{AFE1FA39-37BA-4EC9-9575-0F2A4BA001E4}" type="sibTrans" cxnId="{6BCA6152-5EB3-42ED-900E-78D75487C03D}">
      <dgm:prSet/>
      <dgm:spPr/>
      <dgm:t>
        <a:bodyPr/>
        <a:lstStyle/>
        <a:p>
          <a:endParaRPr lang="en-US"/>
        </a:p>
      </dgm:t>
    </dgm:pt>
    <dgm:pt modelId="{1C7A717B-3F48-4892-A0C5-15EEC6D17197}">
      <dgm:prSet/>
      <dgm:spPr/>
      <dgm:t>
        <a:bodyPr/>
        <a:lstStyle/>
        <a:p>
          <a:r>
            <a:rPr lang="en-US"/>
            <a:t>Scheduler: AP Scheduler</a:t>
          </a:r>
        </a:p>
      </dgm:t>
    </dgm:pt>
    <dgm:pt modelId="{2719A226-7193-426C-9925-E30D579D9E19}" type="parTrans" cxnId="{ACFEE783-F8B5-4D58-A312-EB74945B5957}">
      <dgm:prSet/>
      <dgm:spPr/>
      <dgm:t>
        <a:bodyPr/>
        <a:lstStyle/>
        <a:p>
          <a:endParaRPr lang="en-US"/>
        </a:p>
      </dgm:t>
    </dgm:pt>
    <dgm:pt modelId="{DD230163-BC69-495E-B2BE-73737C998F66}" type="sibTrans" cxnId="{ACFEE783-F8B5-4D58-A312-EB74945B5957}">
      <dgm:prSet/>
      <dgm:spPr/>
      <dgm:t>
        <a:bodyPr/>
        <a:lstStyle/>
        <a:p>
          <a:endParaRPr lang="en-US"/>
        </a:p>
      </dgm:t>
    </dgm:pt>
    <dgm:pt modelId="{4511613A-3C1C-4D84-B647-50CCED23A969}">
      <dgm:prSet/>
      <dgm:spPr/>
      <dgm:t>
        <a:bodyPr/>
        <a:lstStyle/>
        <a:p>
          <a:r>
            <a:rPr lang="en-US"/>
            <a:t>Email Service: SMTP</a:t>
          </a:r>
        </a:p>
      </dgm:t>
    </dgm:pt>
    <dgm:pt modelId="{0006AEC1-8433-4DE9-9805-CD1B1697D33D}" type="parTrans" cxnId="{F9294AEF-0659-4B42-B439-F5C54AB79290}">
      <dgm:prSet/>
      <dgm:spPr/>
      <dgm:t>
        <a:bodyPr/>
        <a:lstStyle/>
        <a:p>
          <a:endParaRPr lang="en-US"/>
        </a:p>
      </dgm:t>
    </dgm:pt>
    <dgm:pt modelId="{C611D17B-E546-4514-B1F0-7C5A21F4CC8E}" type="sibTrans" cxnId="{F9294AEF-0659-4B42-B439-F5C54AB79290}">
      <dgm:prSet/>
      <dgm:spPr/>
      <dgm:t>
        <a:bodyPr/>
        <a:lstStyle/>
        <a:p>
          <a:endParaRPr lang="en-US"/>
        </a:p>
      </dgm:t>
    </dgm:pt>
    <dgm:pt modelId="{B56AC456-43A4-4D54-8C4A-BFD6129A40C4}" type="pres">
      <dgm:prSet presAssocID="{A63E6B01-A447-469C-9BC6-8CA690D7B6D2}" presName="root" presStyleCnt="0">
        <dgm:presLayoutVars>
          <dgm:dir/>
          <dgm:resizeHandles val="exact"/>
        </dgm:presLayoutVars>
      </dgm:prSet>
      <dgm:spPr/>
    </dgm:pt>
    <dgm:pt modelId="{BD682828-3EF6-4639-9B7C-BDE0B3A7D0FD}" type="pres">
      <dgm:prSet presAssocID="{6B36519E-5D59-4FE1-AF26-6171F338660E}" presName="compNode" presStyleCnt="0"/>
      <dgm:spPr/>
    </dgm:pt>
    <dgm:pt modelId="{2320BD80-2641-4215-B00F-E3B2CC52A289}" type="pres">
      <dgm:prSet presAssocID="{6B36519E-5D59-4FE1-AF26-6171F338660E}" presName="bgRect" presStyleLbl="bgShp" presStyleIdx="0" presStyleCnt="6"/>
      <dgm:spPr/>
    </dgm:pt>
    <dgm:pt modelId="{81417A4C-7C55-4EDA-8656-283D8A371707}" type="pres">
      <dgm:prSet presAssocID="{6B36519E-5D59-4FE1-AF26-6171F338660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17429301-2544-4A41-A386-A88A40123155}" type="pres">
      <dgm:prSet presAssocID="{6B36519E-5D59-4FE1-AF26-6171F338660E}" presName="spaceRect" presStyleCnt="0"/>
      <dgm:spPr/>
    </dgm:pt>
    <dgm:pt modelId="{8330421E-3683-4811-AB7B-3E0B9B0FF67F}" type="pres">
      <dgm:prSet presAssocID="{6B36519E-5D59-4FE1-AF26-6171F338660E}" presName="parTx" presStyleLbl="revTx" presStyleIdx="0" presStyleCnt="6">
        <dgm:presLayoutVars>
          <dgm:chMax val="0"/>
          <dgm:chPref val="0"/>
        </dgm:presLayoutVars>
      </dgm:prSet>
      <dgm:spPr/>
    </dgm:pt>
    <dgm:pt modelId="{797503E0-11EF-40F9-AFF8-128DA1455123}" type="pres">
      <dgm:prSet presAssocID="{EC7D201D-192A-4647-9DF4-A2F95571429D}" presName="sibTrans" presStyleCnt="0"/>
      <dgm:spPr/>
    </dgm:pt>
    <dgm:pt modelId="{0DA7B0C0-E783-4FE9-93CC-BA87827ED5C6}" type="pres">
      <dgm:prSet presAssocID="{7BC2E8A0-385B-4580-88D6-8A6364C5E5AC}" presName="compNode" presStyleCnt="0"/>
      <dgm:spPr/>
    </dgm:pt>
    <dgm:pt modelId="{63DB51C9-3E92-45FE-8E9A-952DBA02EA62}" type="pres">
      <dgm:prSet presAssocID="{7BC2E8A0-385B-4580-88D6-8A6364C5E5AC}" presName="bgRect" presStyleLbl="bgShp" presStyleIdx="1" presStyleCnt="6"/>
      <dgm:spPr/>
    </dgm:pt>
    <dgm:pt modelId="{62B4EAD8-20ED-4772-9740-60B07D52C95D}" type="pres">
      <dgm:prSet presAssocID="{7BC2E8A0-385B-4580-88D6-8A6364C5E5AC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F0E8E7A5-CC6C-4E28-A6BB-4209081E3A1E}" type="pres">
      <dgm:prSet presAssocID="{7BC2E8A0-385B-4580-88D6-8A6364C5E5AC}" presName="spaceRect" presStyleCnt="0"/>
      <dgm:spPr/>
    </dgm:pt>
    <dgm:pt modelId="{F36A7D55-7E14-48F1-B873-DCF4DDA70C01}" type="pres">
      <dgm:prSet presAssocID="{7BC2E8A0-385B-4580-88D6-8A6364C5E5AC}" presName="parTx" presStyleLbl="revTx" presStyleIdx="1" presStyleCnt="6">
        <dgm:presLayoutVars>
          <dgm:chMax val="0"/>
          <dgm:chPref val="0"/>
        </dgm:presLayoutVars>
      </dgm:prSet>
      <dgm:spPr/>
    </dgm:pt>
    <dgm:pt modelId="{95B70B1B-D0C2-4309-BAE8-EE80658EFBDD}" type="pres">
      <dgm:prSet presAssocID="{EDBA115C-1FDC-4728-A3B1-F07DCDF73CF6}" presName="sibTrans" presStyleCnt="0"/>
      <dgm:spPr/>
    </dgm:pt>
    <dgm:pt modelId="{6E9B181B-8622-4BA2-81D2-ACD5FB94E5E4}" type="pres">
      <dgm:prSet presAssocID="{6F841A89-33D6-4621-B8B8-3FA05C3CD86D}" presName="compNode" presStyleCnt="0"/>
      <dgm:spPr/>
    </dgm:pt>
    <dgm:pt modelId="{AE610751-1703-4BFF-B96E-94667FB3CF68}" type="pres">
      <dgm:prSet presAssocID="{6F841A89-33D6-4621-B8B8-3FA05C3CD86D}" presName="bgRect" presStyleLbl="bgShp" presStyleIdx="2" presStyleCnt="6"/>
      <dgm:spPr/>
    </dgm:pt>
    <dgm:pt modelId="{63E8BB10-D779-4BD6-83C5-8FA9327F280E}" type="pres">
      <dgm:prSet presAssocID="{6F841A89-33D6-4621-B8B8-3FA05C3CD86D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53E441A-246E-4955-BBC8-D9E1A0AFEFC3}" type="pres">
      <dgm:prSet presAssocID="{6F841A89-33D6-4621-B8B8-3FA05C3CD86D}" presName="spaceRect" presStyleCnt="0"/>
      <dgm:spPr/>
    </dgm:pt>
    <dgm:pt modelId="{D9609B57-CDCD-4025-B054-0F77A3A3C8F8}" type="pres">
      <dgm:prSet presAssocID="{6F841A89-33D6-4621-B8B8-3FA05C3CD86D}" presName="parTx" presStyleLbl="revTx" presStyleIdx="2" presStyleCnt="6">
        <dgm:presLayoutVars>
          <dgm:chMax val="0"/>
          <dgm:chPref val="0"/>
        </dgm:presLayoutVars>
      </dgm:prSet>
      <dgm:spPr/>
    </dgm:pt>
    <dgm:pt modelId="{A6CBEA69-A127-40CA-AF1B-E6F2E1D8C931}" type="pres">
      <dgm:prSet presAssocID="{9C4C18EF-A855-4CCD-BC2A-D3E88396726D}" presName="sibTrans" presStyleCnt="0"/>
      <dgm:spPr/>
    </dgm:pt>
    <dgm:pt modelId="{11C89B56-877E-43F0-B365-38AF3267F63E}" type="pres">
      <dgm:prSet presAssocID="{E5DD2DDB-002A-4460-B214-75521F6D2D1E}" presName="compNode" presStyleCnt="0"/>
      <dgm:spPr/>
    </dgm:pt>
    <dgm:pt modelId="{825F0A86-7DEE-4C8F-A0E4-719F4BEA2321}" type="pres">
      <dgm:prSet presAssocID="{E5DD2DDB-002A-4460-B214-75521F6D2D1E}" presName="bgRect" presStyleLbl="bgShp" presStyleIdx="3" presStyleCnt="6"/>
      <dgm:spPr/>
    </dgm:pt>
    <dgm:pt modelId="{798F9A93-D783-45F4-83AB-289B5BC35BC2}" type="pres">
      <dgm:prSet presAssocID="{E5DD2DDB-002A-4460-B214-75521F6D2D1E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2E693755-3893-465C-B9BC-DC9899442BBD}" type="pres">
      <dgm:prSet presAssocID="{E5DD2DDB-002A-4460-B214-75521F6D2D1E}" presName="spaceRect" presStyleCnt="0"/>
      <dgm:spPr/>
    </dgm:pt>
    <dgm:pt modelId="{A7EF8289-BBAB-4787-B5F3-2F409794F11D}" type="pres">
      <dgm:prSet presAssocID="{E5DD2DDB-002A-4460-B214-75521F6D2D1E}" presName="parTx" presStyleLbl="revTx" presStyleIdx="3" presStyleCnt="6">
        <dgm:presLayoutVars>
          <dgm:chMax val="0"/>
          <dgm:chPref val="0"/>
        </dgm:presLayoutVars>
      </dgm:prSet>
      <dgm:spPr/>
    </dgm:pt>
    <dgm:pt modelId="{D58F0285-5208-431D-B88A-2B6779DCA531}" type="pres">
      <dgm:prSet presAssocID="{AFE1FA39-37BA-4EC9-9575-0F2A4BA001E4}" presName="sibTrans" presStyleCnt="0"/>
      <dgm:spPr/>
    </dgm:pt>
    <dgm:pt modelId="{4C8E0812-4C0E-4A8D-8277-BB5775F60E15}" type="pres">
      <dgm:prSet presAssocID="{1C7A717B-3F48-4892-A0C5-15EEC6D17197}" presName="compNode" presStyleCnt="0"/>
      <dgm:spPr/>
    </dgm:pt>
    <dgm:pt modelId="{72CE4A39-A11E-4EC2-A3CD-8C2859C0114D}" type="pres">
      <dgm:prSet presAssocID="{1C7A717B-3F48-4892-A0C5-15EEC6D17197}" presName="bgRect" presStyleLbl="bgShp" presStyleIdx="4" presStyleCnt="6"/>
      <dgm:spPr/>
    </dgm:pt>
    <dgm:pt modelId="{FAB11CEB-DC79-4395-B059-625E456626F8}" type="pres">
      <dgm:prSet presAssocID="{1C7A717B-3F48-4892-A0C5-15EEC6D17197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E940D26C-AEF9-4C16-A863-C906BCA8925F}" type="pres">
      <dgm:prSet presAssocID="{1C7A717B-3F48-4892-A0C5-15EEC6D17197}" presName="spaceRect" presStyleCnt="0"/>
      <dgm:spPr/>
    </dgm:pt>
    <dgm:pt modelId="{A05BE2FE-7E67-41B2-8F87-44A476DDD57D}" type="pres">
      <dgm:prSet presAssocID="{1C7A717B-3F48-4892-A0C5-15EEC6D17197}" presName="parTx" presStyleLbl="revTx" presStyleIdx="4" presStyleCnt="6">
        <dgm:presLayoutVars>
          <dgm:chMax val="0"/>
          <dgm:chPref val="0"/>
        </dgm:presLayoutVars>
      </dgm:prSet>
      <dgm:spPr/>
    </dgm:pt>
    <dgm:pt modelId="{BF044D89-961A-45E2-9510-61FF9E2D0160}" type="pres">
      <dgm:prSet presAssocID="{DD230163-BC69-495E-B2BE-73737C998F66}" presName="sibTrans" presStyleCnt="0"/>
      <dgm:spPr/>
    </dgm:pt>
    <dgm:pt modelId="{959B4E91-6D03-45C1-833F-983FA546B306}" type="pres">
      <dgm:prSet presAssocID="{4511613A-3C1C-4D84-B647-50CCED23A969}" presName="compNode" presStyleCnt="0"/>
      <dgm:spPr/>
    </dgm:pt>
    <dgm:pt modelId="{FDFC9257-6F1E-40AC-A664-4EDEFE80EA36}" type="pres">
      <dgm:prSet presAssocID="{4511613A-3C1C-4D84-B647-50CCED23A969}" presName="bgRect" presStyleLbl="bgShp" presStyleIdx="5" presStyleCnt="6"/>
      <dgm:spPr/>
    </dgm:pt>
    <dgm:pt modelId="{27436659-71AD-479A-AB38-C83916144C9C}" type="pres">
      <dgm:prSet presAssocID="{4511613A-3C1C-4D84-B647-50CCED23A969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516A87E2-0276-4D52-BA30-F16FCBE42A9E}" type="pres">
      <dgm:prSet presAssocID="{4511613A-3C1C-4D84-B647-50CCED23A969}" presName="spaceRect" presStyleCnt="0"/>
      <dgm:spPr/>
    </dgm:pt>
    <dgm:pt modelId="{6A5CD48E-A69B-4CA9-A438-7EA4D5526EC1}" type="pres">
      <dgm:prSet presAssocID="{4511613A-3C1C-4D84-B647-50CCED23A969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4D67FD18-452E-473F-83D1-288915689BAC}" type="presOf" srcId="{7BC2E8A0-385B-4580-88D6-8A6364C5E5AC}" destId="{F36A7D55-7E14-48F1-B873-DCF4DDA70C01}" srcOrd="0" destOrd="0" presId="urn:microsoft.com/office/officeart/2018/2/layout/IconVerticalSolidList"/>
    <dgm:cxn modelId="{6BCA6152-5EB3-42ED-900E-78D75487C03D}" srcId="{A63E6B01-A447-469C-9BC6-8CA690D7B6D2}" destId="{E5DD2DDB-002A-4460-B214-75521F6D2D1E}" srcOrd="3" destOrd="0" parTransId="{E066B573-DC9E-46D5-9BD0-C6E550C6057D}" sibTransId="{AFE1FA39-37BA-4EC9-9575-0F2A4BA001E4}"/>
    <dgm:cxn modelId="{CC1BFC72-ECED-409C-A411-85EBA2A30C3A}" type="presOf" srcId="{6F841A89-33D6-4621-B8B8-3FA05C3CD86D}" destId="{D9609B57-CDCD-4025-B054-0F77A3A3C8F8}" srcOrd="0" destOrd="0" presId="urn:microsoft.com/office/officeart/2018/2/layout/IconVerticalSolidList"/>
    <dgm:cxn modelId="{59098058-B9DE-4588-BCAD-D24C82917962}" type="presOf" srcId="{4511613A-3C1C-4D84-B647-50CCED23A969}" destId="{6A5CD48E-A69B-4CA9-A438-7EA4D5526EC1}" srcOrd="0" destOrd="0" presId="urn:microsoft.com/office/officeart/2018/2/layout/IconVerticalSolidList"/>
    <dgm:cxn modelId="{ACFEE783-F8B5-4D58-A312-EB74945B5957}" srcId="{A63E6B01-A447-469C-9BC6-8CA690D7B6D2}" destId="{1C7A717B-3F48-4892-A0C5-15EEC6D17197}" srcOrd="4" destOrd="0" parTransId="{2719A226-7193-426C-9925-E30D579D9E19}" sibTransId="{DD230163-BC69-495E-B2BE-73737C998F66}"/>
    <dgm:cxn modelId="{0CBA5E8E-F98D-4C57-904D-534D547F9E68}" srcId="{A63E6B01-A447-469C-9BC6-8CA690D7B6D2}" destId="{7BC2E8A0-385B-4580-88D6-8A6364C5E5AC}" srcOrd="1" destOrd="0" parTransId="{44BA607C-0EFF-4F69-9232-E58E49F093EA}" sibTransId="{EDBA115C-1FDC-4728-A3B1-F07DCDF73CF6}"/>
    <dgm:cxn modelId="{E68D4693-6B37-4615-997D-0D683AA41AA3}" type="presOf" srcId="{E5DD2DDB-002A-4460-B214-75521F6D2D1E}" destId="{A7EF8289-BBAB-4787-B5F3-2F409794F11D}" srcOrd="0" destOrd="0" presId="urn:microsoft.com/office/officeart/2018/2/layout/IconVerticalSolidList"/>
    <dgm:cxn modelId="{A0819D94-79A6-4B8F-84DF-B6037B2B9F8D}" srcId="{A63E6B01-A447-469C-9BC6-8CA690D7B6D2}" destId="{6B36519E-5D59-4FE1-AF26-6171F338660E}" srcOrd="0" destOrd="0" parTransId="{3E700F8C-6D22-4AFB-AC61-3789A07BB802}" sibTransId="{EC7D201D-192A-4647-9DF4-A2F95571429D}"/>
    <dgm:cxn modelId="{8BE2A7AB-83FB-4105-B042-4221C0A709EE}" type="presOf" srcId="{1C7A717B-3F48-4892-A0C5-15EEC6D17197}" destId="{A05BE2FE-7E67-41B2-8F87-44A476DDD57D}" srcOrd="0" destOrd="0" presId="urn:microsoft.com/office/officeart/2018/2/layout/IconVerticalSolidList"/>
    <dgm:cxn modelId="{68A6A7B6-CF2D-46BE-BE08-9F7B78B23DE1}" type="presOf" srcId="{A63E6B01-A447-469C-9BC6-8CA690D7B6D2}" destId="{B56AC456-43A4-4D54-8C4A-BFD6129A40C4}" srcOrd="0" destOrd="0" presId="urn:microsoft.com/office/officeart/2018/2/layout/IconVerticalSolidList"/>
    <dgm:cxn modelId="{E16870BF-91E1-4A87-A2F4-8216C9541E95}" type="presOf" srcId="{6B36519E-5D59-4FE1-AF26-6171F338660E}" destId="{8330421E-3683-4811-AB7B-3E0B9B0FF67F}" srcOrd="0" destOrd="0" presId="urn:microsoft.com/office/officeart/2018/2/layout/IconVerticalSolidList"/>
    <dgm:cxn modelId="{E2E553D8-1F89-47DF-952C-E4A083F9A278}" srcId="{A63E6B01-A447-469C-9BC6-8CA690D7B6D2}" destId="{6F841A89-33D6-4621-B8B8-3FA05C3CD86D}" srcOrd="2" destOrd="0" parTransId="{C249FC66-A7AF-4242-B641-CC217A395A42}" sibTransId="{9C4C18EF-A855-4CCD-BC2A-D3E88396726D}"/>
    <dgm:cxn modelId="{F9294AEF-0659-4B42-B439-F5C54AB79290}" srcId="{A63E6B01-A447-469C-9BC6-8CA690D7B6D2}" destId="{4511613A-3C1C-4D84-B647-50CCED23A969}" srcOrd="5" destOrd="0" parTransId="{0006AEC1-8433-4DE9-9805-CD1B1697D33D}" sibTransId="{C611D17B-E546-4514-B1F0-7C5A21F4CC8E}"/>
    <dgm:cxn modelId="{7F4AEC08-5A15-4B5A-8205-C0441FD236B7}" type="presParOf" srcId="{B56AC456-43A4-4D54-8C4A-BFD6129A40C4}" destId="{BD682828-3EF6-4639-9B7C-BDE0B3A7D0FD}" srcOrd="0" destOrd="0" presId="urn:microsoft.com/office/officeart/2018/2/layout/IconVerticalSolidList"/>
    <dgm:cxn modelId="{B5FC45AF-4A13-4FC0-BCEF-8AB7AFFDE0AD}" type="presParOf" srcId="{BD682828-3EF6-4639-9B7C-BDE0B3A7D0FD}" destId="{2320BD80-2641-4215-B00F-E3B2CC52A289}" srcOrd="0" destOrd="0" presId="urn:microsoft.com/office/officeart/2018/2/layout/IconVerticalSolidList"/>
    <dgm:cxn modelId="{D9FB9D74-C66B-40EC-8661-40D796749E08}" type="presParOf" srcId="{BD682828-3EF6-4639-9B7C-BDE0B3A7D0FD}" destId="{81417A4C-7C55-4EDA-8656-283D8A371707}" srcOrd="1" destOrd="0" presId="urn:microsoft.com/office/officeart/2018/2/layout/IconVerticalSolidList"/>
    <dgm:cxn modelId="{ECA21457-026F-41A3-BAD1-155781AA67B5}" type="presParOf" srcId="{BD682828-3EF6-4639-9B7C-BDE0B3A7D0FD}" destId="{17429301-2544-4A41-A386-A88A40123155}" srcOrd="2" destOrd="0" presId="urn:microsoft.com/office/officeart/2018/2/layout/IconVerticalSolidList"/>
    <dgm:cxn modelId="{C535B593-12C2-4A57-995C-6B47F1AD3253}" type="presParOf" srcId="{BD682828-3EF6-4639-9B7C-BDE0B3A7D0FD}" destId="{8330421E-3683-4811-AB7B-3E0B9B0FF67F}" srcOrd="3" destOrd="0" presId="urn:microsoft.com/office/officeart/2018/2/layout/IconVerticalSolidList"/>
    <dgm:cxn modelId="{5BE4BAD3-C5A7-467F-B68A-C43454BFCD30}" type="presParOf" srcId="{B56AC456-43A4-4D54-8C4A-BFD6129A40C4}" destId="{797503E0-11EF-40F9-AFF8-128DA1455123}" srcOrd="1" destOrd="0" presId="urn:microsoft.com/office/officeart/2018/2/layout/IconVerticalSolidList"/>
    <dgm:cxn modelId="{B9C9EF66-391A-4666-B1B7-39C960F529FC}" type="presParOf" srcId="{B56AC456-43A4-4D54-8C4A-BFD6129A40C4}" destId="{0DA7B0C0-E783-4FE9-93CC-BA87827ED5C6}" srcOrd="2" destOrd="0" presId="urn:microsoft.com/office/officeart/2018/2/layout/IconVerticalSolidList"/>
    <dgm:cxn modelId="{C20E81F6-4950-4CE7-A3F5-C5474351F609}" type="presParOf" srcId="{0DA7B0C0-E783-4FE9-93CC-BA87827ED5C6}" destId="{63DB51C9-3E92-45FE-8E9A-952DBA02EA62}" srcOrd="0" destOrd="0" presId="urn:microsoft.com/office/officeart/2018/2/layout/IconVerticalSolidList"/>
    <dgm:cxn modelId="{ECBB3F28-BCDD-4960-9FFF-98EE6F6B2EFA}" type="presParOf" srcId="{0DA7B0C0-E783-4FE9-93CC-BA87827ED5C6}" destId="{62B4EAD8-20ED-4772-9740-60B07D52C95D}" srcOrd="1" destOrd="0" presId="urn:microsoft.com/office/officeart/2018/2/layout/IconVerticalSolidList"/>
    <dgm:cxn modelId="{9B5DA699-A8E4-447C-960F-B6BB01D29A83}" type="presParOf" srcId="{0DA7B0C0-E783-4FE9-93CC-BA87827ED5C6}" destId="{F0E8E7A5-CC6C-4E28-A6BB-4209081E3A1E}" srcOrd="2" destOrd="0" presId="urn:microsoft.com/office/officeart/2018/2/layout/IconVerticalSolidList"/>
    <dgm:cxn modelId="{F2F28254-BCB6-45BB-9E2A-6D1B76BF997B}" type="presParOf" srcId="{0DA7B0C0-E783-4FE9-93CC-BA87827ED5C6}" destId="{F36A7D55-7E14-48F1-B873-DCF4DDA70C01}" srcOrd="3" destOrd="0" presId="urn:microsoft.com/office/officeart/2018/2/layout/IconVerticalSolidList"/>
    <dgm:cxn modelId="{A944B1CA-9AE1-4210-A50F-84A383231A1A}" type="presParOf" srcId="{B56AC456-43A4-4D54-8C4A-BFD6129A40C4}" destId="{95B70B1B-D0C2-4309-BAE8-EE80658EFBDD}" srcOrd="3" destOrd="0" presId="urn:microsoft.com/office/officeart/2018/2/layout/IconVerticalSolidList"/>
    <dgm:cxn modelId="{264943EC-12AB-45CC-A20A-702CA53720A8}" type="presParOf" srcId="{B56AC456-43A4-4D54-8C4A-BFD6129A40C4}" destId="{6E9B181B-8622-4BA2-81D2-ACD5FB94E5E4}" srcOrd="4" destOrd="0" presId="urn:microsoft.com/office/officeart/2018/2/layout/IconVerticalSolidList"/>
    <dgm:cxn modelId="{6E6AC8AE-7E5E-4E01-B828-15CE2FAF51A2}" type="presParOf" srcId="{6E9B181B-8622-4BA2-81D2-ACD5FB94E5E4}" destId="{AE610751-1703-4BFF-B96E-94667FB3CF68}" srcOrd="0" destOrd="0" presId="urn:microsoft.com/office/officeart/2018/2/layout/IconVerticalSolidList"/>
    <dgm:cxn modelId="{BDE68A30-0183-4A94-BF6F-43E12584C06B}" type="presParOf" srcId="{6E9B181B-8622-4BA2-81D2-ACD5FB94E5E4}" destId="{63E8BB10-D779-4BD6-83C5-8FA9327F280E}" srcOrd="1" destOrd="0" presId="urn:microsoft.com/office/officeart/2018/2/layout/IconVerticalSolidList"/>
    <dgm:cxn modelId="{FFFBB3F6-A71A-4C2A-9297-2AB653FFA69C}" type="presParOf" srcId="{6E9B181B-8622-4BA2-81D2-ACD5FB94E5E4}" destId="{B53E441A-246E-4955-BBC8-D9E1A0AFEFC3}" srcOrd="2" destOrd="0" presId="urn:microsoft.com/office/officeart/2018/2/layout/IconVerticalSolidList"/>
    <dgm:cxn modelId="{7D160853-9C9F-4312-B707-B1A2A6A5C033}" type="presParOf" srcId="{6E9B181B-8622-4BA2-81D2-ACD5FB94E5E4}" destId="{D9609B57-CDCD-4025-B054-0F77A3A3C8F8}" srcOrd="3" destOrd="0" presId="urn:microsoft.com/office/officeart/2018/2/layout/IconVerticalSolidList"/>
    <dgm:cxn modelId="{FA0C0A19-310B-4C69-A39C-C1C64A1335B5}" type="presParOf" srcId="{B56AC456-43A4-4D54-8C4A-BFD6129A40C4}" destId="{A6CBEA69-A127-40CA-AF1B-E6F2E1D8C931}" srcOrd="5" destOrd="0" presId="urn:microsoft.com/office/officeart/2018/2/layout/IconVerticalSolidList"/>
    <dgm:cxn modelId="{68BF8255-3D01-4379-A7BB-54C760F53F45}" type="presParOf" srcId="{B56AC456-43A4-4D54-8C4A-BFD6129A40C4}" destId="{11C89B56-877E-43F0-B365-38AF3267F63E}" srcOrd="6" destOrd="0" presId="urn:microsoft.com/office/officeart/2018/2/layout/IconVerticalSolidList"/>
    <dgm:cxn modelId="{D103B52C-6555-4F8A-9456-139800F99ABA}" type="presParOf" srcId="{11C89B56-877E-43F0-B365-38AF3267F63E}" destId="{825F0A86-7DEE-4C8F-A0E4-719F4BEA2321}" srcOrd="0" destOrd="0" presId="urn:microsoft.com/office/officeart/2018/2/layout/IconVerticalSolidList"/>
    <dgm:cxn modelId="{A11639E5-314A-4DB9-9805-524069628156}" type="presParOf" srcId="{11C89B56-877E-43F0-B365-38AF3267F63E}" destId="{798F9A93-D783-45F4-83AB-289B5BC35BC2}" srcOrd="1" destOrd="0" presId="urn:microsoft.com/office/officeart/2018/2/layout/IconVerticalSolidList"/>
    <dgm:cxn modelId="{EF84E8DB-E2F4-4FE4-86F2-1C5B7531B554}" type="presParOf" srcId="{11C89B56-877E-43F0-B365-38AF3267F63E}" destId="{2E693755-3893-465C-B9BC-DC9899442BBD}" srcOrd="2" destOrd="0" presId="urn:microsoft.com/office/officeart/2018/2/layout/IconVerticalSolidList"/>
    <dgm:cxn modelId="{1553C50B-6970-454B-977A-BC942DC86316}" type="presParOf" srcId="{11C89B56-877E-43F0-B365-38AF3267F63E}" destId="{A7EF8289-BBAB-4787-B5F3-2F409794F11D}" srcOrd="3" destOrd="0" presId="urn:microsoft.com/office/officeart/2018/2/layout/IconVerticalSolidList"/>
    <dgm:cxn modelId="{211DECFE-577E-41D3-8B3A-69EAB0A7F3D5}" type="presParOf" srcId="{B56AC456-43A4-4D54-8C4A-BFD6129A40C4}" destId="{D58F0285-5208-431D-B88A-2B6779DCA531}" srcOrd="7" destOrd="0" presId="urn:microsoft.com/office/officeart/2018/2/layout/IconVerticalSolidList"/>
    <dgm:cxn modelId="{B8E161F0-32D6-4524-AD23-7F5A9F3ADF04}" type="presParOf" srcId="{B56AC456-43A4-4D54-8C4A-BFD6129A40C4}" destId="{4C8E0812-4C0E-4A8D-8277-BB5775F60E15}" srcOrd="8" destOrd="0" presId="urn:microsoft.com/office/officeart/2018/2/layout/IconVerticalSolidList"/>
    <dgm:cxn modelId="{328C2533-7FA7-4767-B302-83B24E21F05C}" type="presParOf" srcId="{4C8E0812-4C0E-4A8D-8277-BB5775F60E15}" destId="{72CE4A39-A11E-4EC2-A3CD-8C2859C0114D}" srcOrd="0" destOrd="0" presId="urn:microsoft.com/office/officeart/2018/2/layout/IconVerticalSolidList"/>
    <dgm:cxn modelId="{0607ADB7-21DD-4012-80BF-F15FCFB2576F}" type="presParOf" srcId="{4C8E0812-4C0E-4A8D-8277-BB5775F60E15}" destId="{FAB11CEB-DC79-4395-B059-625E456626F8}" srcOrd="1" destOrd="0" presId="urn:microsoft.com/office/officeart/2018/2/layout/IconVerticalSolidList"/>
    <dgm:cxn modelId="{1F7EF5A8-8D71-4FEF-ACF4-1A3349B0ED79}" type="presParOf" srcId="{4C8E0812-4C0E-4A8D-8277-BB5775F60E15}" destId="{E940D26C-AEF9-4C16-A863-C906BCA8925F}" srcOrd="2" destOrd="0" presId="urn:microsoft.com/office/officeart/2018/2/layout/IconVerticalSolidList"/>
    <dgm:cxn modelId="{748A0FA1-52C4-4767-9FA5-401E70DBA749}" type="presParOf" srcId="{4C8E0812-4C0E-4A8D-8277-BB5775F60E15}" destId="{A05BE2FE-7E67-41B2-8F87-44A476DDD57D}" srcOrd="3" destOrd="0" presId="urn:microsoft.com/office/officeart/2018/2/layout/IconVerticalSolidList"/>
    <dgm:cxn modelId="{2C157559-E768-4C97-BCFB-ADE6C6D83185}" type="presParOf" srcId="{B56AC456-43A4-4D54-8C4A-BFD6129A40C4}" destId="{BF044D89-961A-45E2-9510-61FF9E2D0160}" srcOrd="9" destOrd="0" presId="urn:microsoft.com/office/officeart/2018/2/layout/IconVerticalSolidList"/>
    <dgm:cxn modelId="{C96C4863-4DA9-442B-A8C0-D6A430587593}" type="presParOf" srcId="{B56AC456-43A4-4D54-8C4A-BFD6129A40C4}" destId="{959B4E91-6D03-45C1-833F-983FA546B306}" srcOrd="10" destOrd="0" presId="urn:microsoft.com/office/officeart/2018/2/layout/IconVerticalSolidList"/>
    <dgm:cxn modelId="{EA76E2ED-6FD0-429C-9E02-D7382DE5EA16}" type="presParOf" srcId="{959B4E91-6D03-45C1-833F-983FA546B306}" destId="{FDFC9257-6F1E-40AC-A664-4EDEFE80EA36}" srcOrd="0" destOrd="0" presId="urn:microsoft.com/office/officeart/2018/2/layout/IconVerticalSolidList"/>
    <dgm:cxn modelId="{CC88807A-9487-488A-8117-708B4A028AB9}" type="presParOf" srcId="{959B4E91-6D03-45C1-833F-983FA546B306}" destId="{27436659-71AD-479A-AB38-C83916144C9C}" srcOrd="1" destOrd="0" presId="urn:microsoft.com/office/officeart/2018/2/layout/IconVerticalSolidList"/>
    <dgm:cxn modelId="{A52A98BA-716A-4F79-BC4D-CD4C834D2668}" type="presParOf" srcId="{959B4E91-6D03-45C1-833F-983FA546B306}" destId="{516A87E2-0276-4D52-BA30-F16FCBE42A9E}" srcOrd="2" destOrd="0" presId="urn:microsoft.com/office/officeart/2018/2/layout/IconVerticalSolidList"/>
    <dgm:cxn modelId="{044DD0D1-4277-4336-A2BD-0C4BD6DAEAC0}" type="presParOf" srcId="{959B4E91-6D03-45C1-833F-983FA546B306}" destId="{6A5CD48E-A69B-4CA9-A438-7EA4D5526EC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4D4556-4BBF-4E00-AAD7-9FFCFC21A52E}">
      <dsp:nvSpPr>
        <dsp:cNvPr id="0" name=""/>
        <dsp:cNvSpPr/>
      </dsp:nvSpPr>
      <dsp:spPr>
        <a:xfrm>
          <a:off x="0" y="1315"/>
          <a:ext cx="8529403" cy="6668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C65173-5D81-4903-B0AB-3DD0492D3A5F}">
      <dsp:nvSpPr>
        <dsp:cNvPr id="0" name=""/>
        <dsp:cNvSpPr/>
      </dsp:nvSpPr>
      <dsp:spPr>
        <a:xfrm>
          <a:off x="201717" y="151353"/>
          <a:ext cx="366759" cy="3667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04DEEF-7CBB-445B-B80B-2E890E0404DE}">
      <dsp:nvSpPr>
        <dsp:cNvPr id="0" name=""/>
        <dsp:cNvSpPr/>
      </dsp:nvSpPr>
      <dsp:spPr>
        <a:xfrm>
          <a:off x="770194" y="1315"/>
          <a:ext cx="7759208" cy="666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573" tIns="70573" rIns="70573" bIns="7057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0" kern="1200" baseline="0"/>
            <a:t>The project delivers a fully functional L</a:t>
          </a:r>
          <a:r>
            <a:rPr lang="en-US" sz="1600" kern="1200"/>
            <a:t>ife Sync AI personalized Routine Prediction System is a </a:t>
          </a:r>
          <a:r>
            <a:rPr lang="en-US" sz="1600" i="0" kern="1200" baseline="0"/>
            <a:t>web application with user login and dashboard.</a:t>
          </a:r>
          <a:endParaRPr lang="en-US" sz="1600" kern="1200"/>
        </a:p>
      </dsp:txBody>
      <dsp:txXfrm>
        <a:off x="770194" y="1315"/>
        <a:ext cx="7759208" cy="666835"/>
      </dsp:txXfrm>
    </dsp:sp>
    <dsp:sp modelId="{4B44FC23-C8B5-4D5B-9131-BE143EF73756}">
      <dsp:nvSpPr>
        <dsp:cNvPr id="0" name=""/>
        <dsp:cNvSpPr/>
      </dsp:nvSpPr>
      <dsp:spPr>
        <a:xfrm>
          <a:off x="0" y="834859"/>
          <a:ext cx="8529403" cy="6668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5C3321-3018-4688-A905-4CBC3AAF7BD4}">
      <dsp:nvSpPr>
        <dsp:cNvPr id="0" name=""/>
        <dsp:cNvSpPr/>
      </dsp:nvSpPr>
      <dsp:spPr>
        <a:xfrm>
          <a:off x="201717" y="984897"/>
          <a:ext cx="366759" cy="3667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802BAB-A7D4-4306-BDD1-6268F24E0AEE}">
      <dsp:nvSpPr>
        <dsp:cNvPr id="0" name=""/>
        <dsp:cNvSpPr/>
      </dsp:nvSpPr>
      <dsp:spPr>
        <a:xfrm>
          <a:off x="770194" y="834859"/>
          <a:ext cx="7759208" cy="666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573" tIns="70573" rIns="70573" bIns="7057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0" kern="1200" baseline="0"/>
            <a:t>It includes a trained machine learning model that predicts daily essential items and forgetting probability.</a:t>
          </a:r>
          <a:endParaRPr lang="en-US" sz="1600" kern="1200"/>
        </a:p>
      </dsp:txBody>
      <dsp:txXfrm>
        <a:off x="770194" y="834859"/>
        <a:ext cx="7759208" cy="666835"/>
      </dsp:txXfrm>
    </dsp:sp>
    <dsp:sp modelId="{C49B4D6F-48CB-4ABA-8D85-1906E360D851}">
      <dsp:nvSpPr>
        <dsp:cNvPr id="0" name=""/>
        <dsp:cNvSpPr/>
      </dsp:nvSpPr>
      <dsp:spPr>
        <a:xfrm>
          <a:off x="0" y="1668403"/>
          <a:ext cx="8529403" cy="6668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3D3D66-9496-4860-9E1E-7B34F79819C5}">
      <dsp:nvSpPr>
        <dsp:cNvPr id="0" name=""/>
        <dsp:cNvSpPr/>
      </dsp:nvSpPr>
      <dsp:spPr>
        <a:xfrm>
          <a:off x="201717" y="1818441"/>
          <a:ext cx="366759" cy="3667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9E541C-4797-4A7D-A4FE-AC07E3C277F4}">
      <dsp:nvSpPr>
        <dsp:cNvPr id="0" name=""/>
        <dsp:cNvSpPr/>
      </dsp:nvSpPr>
      <dsp:spPr>
        <a:xfrm>
          <a:off x="770194" y="1668403"/>
          <a:ext cx="7759208" cy="666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573" tIns="70573" rIns="70573" bIns="7057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0" kern="1200" baseline="0"/>
            <a:t>An automated email reminder system is provided for daily notifications.</a:t>
          </a:r>
          <a:endParaRPr lang="en-US" sz="1600" kern="1200"/>
        </a:p>
      </dsp:txBody>
      <dsp:txXfrm>
        <a:off x="770194" y="1668403"/>
        <a:ext cx="7759208" cy="666835"/>
      </dsp:txXfrm>
    </dsp:sp>
    <dsp:sp modelId="{B99BD9F5-2209-414F-AC78-6DACE4D490DF}">
      <dsp:nvSpPr>
        <dsp:cNvPr id="0" name=""/>
        <dsp:cNvSpPr/>
      </dsp:nvSpPr>
      <dsp:spPr>
        <a:xfrm>
          <a:off x="0" y="2501948"/>
          <a:ext cx="8529403" cy="6668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433C98-180F-455B-958B-62A53A8F31C4}">
      <dsp:nvSpPr>
        <dsp:cNvPr id="0" name=""/>
        <dsp:cNvSpPr/>
      </dsp:nvSpPr>
      <dsp:spPr>
        <a:xfrm>
          <a:off x="201717" y="2651985"/>
          <a:ext cx="366759" cy="3667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409E8F-CECF-411E-8188-4A358459ACDE}">
      <dsp:nvSpPr>
        <dsp:cNvPr id="0" name=""/>
        <dsp:cNvSpPr/>
      </dsp:nvSpPr>
      <dsp:spPr>
        <a:xfrm>
          <a:off x="770194" y="2501948"/>
          <a:ext cx="7759208" cy="666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573" tIns="70573" rIns="70573" bIns="7057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0" kern="1200" baseline="0"/>
            <a:t>Complete project documentation, source code, and final presentation are delivered for evaluation.</a:t>
          </a:r>
          <a:endParaRPr lang="en-US" sz="1600" kern="1200"/>
        </a:p>
      </dsp:txBody>
      <dsp:txXfrm>
        <a:off x="770194" y="2501948"/>
        <a:ext cx="7759208" cy="6668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20BD80-2641-4215-B00F-E3B2CC52A289}">
      <dsp:nvSpPr>
        <dsp:cNvPr id="0" name=""/>
        <dsp:cNvSpPr/>
      </dsp:nvSpPr>
      <dsp:spPr>
        <a:xfrm>
          <a:off x="0" y="1901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417A4C-7C55-4EDA-8656-283D8A371707}">
      <dsp:nvSpPr>
        <dsp:cNvPr id="0" name=""/>
        <dsp:cNvSpPr/>
      </dsp:nvSpPr>
      <dsp:spPr>
        <a:xfrm>
          <a:off x="245129" y="184229"/>
          <a:ext cx="445690" cy="4456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30421E-3683-4811-AB7B-3E0B9B0FF67F}">
      <dsp:nvSpPr>
        <dsp:cNvPr id="0" name=""/>
        <dsp:cNvSpPr/>
      </dsp:nvSpPr>
      <dsp:spPr>
        <a:xfrm>
          <a:off x="935949" y="1901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Frontend: HTML, CSS, JavaScript</a:t>
          </a:r>
        </a:p>
      </dsp:txBody>
      <dsp:txXfrm>
        <a:off x="935949" y="1901"/>
        <a:ext cx="3790251" cy="810345"/>
      </dsp:txXfrm>
    </dsp:sp>
    <dsp:sp modelId="{63DB51C9-3E92-45FE-8E9A-952DBA02EA62}">
      <dsp:nvSpPr>
        <dsp:cNvPr id="0" name=""/>
        <dsp:cNvSpPr/>
      </dsp:nvSpPr>
      <dsp:spPr>
        <a:xfrm>
          <a:off x="0" y="1014833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B4EAD8-20ED-4772-9740-60B07D52C95D}">
      <dsp:nvSpPr>
        <dsp:cNvPr id="0" name=""/>
        <dsp:cNvSpPr/>
      </dsp:nvSpPr>
      <dsp:spPr>
        <a:xfrm>
          <a:off x="245129" y="1197161"/>
          <a:ext cx="445690" cy="4456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6A7D55-7E14-48F1-B873-DCF4DDA70C01}">
      <dsp:nvSpPr>
        <dsp:cNvPr id="0" name=""/>
        <dsp:cNvSpPr/>
      </dsp:nvSpPr>
      <dsp:spPr>
        <a:xfrm>
          <a:off x="935949" y="1014833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Backend: Flask (Python)</a:t>
          </a:r>
        </a:p>
      </dsp:txBody>
      <dsp:txXfrm>
        <a:off x="935949" y="1014833"/>
        <a:ext cx="3790251" cy="810345"/>
      </dsp:txXfrm>
    </dsp:sp>
    <dsp:sp modelId="{AE610751-1703-4BFF-B96E-94667FB3CF68}">
      <dsp:nvSpPr>
        <dsp:cNvPr id="0" name=""/>
        <dsp:cNvSpPr/>
      </dsp:nvSpPr>
      <dsp:spPr>
        <a:xfrm>
          <a:off x="0" y="2027765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E8BB10-D779-4BD6-83C5-8FA9327F280E}">
      <dsp:nvSpPr>
        <dsp:cNvPr id="0" name=""/>
        <dsp:cNvSpPr/>
      </dsp:nvSpPr>
      <dsp:spPr>
        <a:xfrm>
          <a:off x="245129" y="2210093"/>
          <a:ext cx="445690" cy="4456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609B57-CDCD-4025-B054-0F77A3A3C8F8}">
      <dsp:nvSpPr>
        <dsp:cNvPr id="0" name=""/>
        <dsp:cNvSpPr/>
      </dsp:nvSpPr>
      <dsp:spPr>
        <a:xfrm>
          <a:off x="935949" y="2027765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Database: SQL Alchemy ORM</a:t>
          </a:r>
        </a:p>
      </dsp:txBody>
      <dsp:txXfrm>
        <a:off x="935949" y="2027765"/>
        <a:ext cx="3790251" cy="810345"/>
      </dsp:txXfrm>
    </dsp:sp>
    <dsp:sp modelId="{825F0A86-7DEE-4C8F-A0E4-719F4BEA2321}">
      <dsp:nvSpPr>
        <dsp:cNvPr id="0" name=""/>
        <dsp:cNvSpPr/>
      </dsp:nvSpPr>
      <dsp:spPr>
        <a:xfrm>
          <a:off x="0" y="3040697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8F9A93-D783-45F4-83AB-289B5BC35BC2}">
      <dsp:nvSpPr>
        <dsp:cNvPr id="0" name=""/>
        <dsp:cNvSpPr/>
      </dsp:nvSpPr>
      <dsp:spPr>
        <a:xfrm>
          <a:off x="245129" y="3223025"/>
          <a:ext cx="445690" cy="4456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EF8289-BBAB-4787-B5F3-2F409794F11D}">
      <dsp:nvSpPr>
        <dsp:cNvPr id="0" name=""/>
        <dsp:cNvSpPr/>
      </dsp:nvSpPr>
      <dsp:spPr>
        <a:xfrm>
          <a:off x="935949" y="3040697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ML Models: K-Means, Random Forest, Logistic Regression</a:t>
          </a:r>
        </a:p>
      </dsp:txBody>
      <dsp:txXfrm>
        <a:off x="935949" y="3040697"/>
        <a:ext cx="3790251" cy="810345"/>
      </dsp:txXfrm>
    </dsp:sp>
    <dsp:sp modelId="{72CE4A39-A11E-4EC2-A3CD-8C2859C0114D}">
      <dsp:nvSpPr>
        <dsp:cNvPr id="0" name=""/>
        <dsp:cNvSpPr/>
      </dsp:nvSpPr>
      <dsp:spPr>
        <a:xfrm>
          <a:off x="0" y="4053629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B11CEB-DC79-4395-B059-625E456626F8}">
      <dsp:nvSpPr>
        <dsp:cNvPr id="0" name=""/>
        <dsp:cNvSpPr/>
      </dsp:nvSpPr>
      <dsp:spPr>
        <a:xfrm>
          <a:off x="245129" y="4235957"/>
          <a:ext cx="445690" cy="44569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5BE2FE-7E67-41B2-8F87-44A476DDD57D}">
      <dsp:nvSpPr>
        <dsp:cNvPr id="0" name=""/>
        <dsp:cNvSpPr/>
      </dsp:nvSpPr>
      <dsp:spPr>
        <a:xfrm>
          <a:off x="935949" y="4053629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Scheduler: AP Scheduler</a:t>
          </a:r>
        </a:p>
      </dsp:txBody>
      <dsp:txXfrm>
        <a:off x="935949" y="4053629"/>
        <a:ext cx="3790251" cy="810345"/>
      </dsp:txXfrm>
    </dsp:sp>
    <dsp:sp modelId="{FDFC9257-6F1E-40AC-A664-4EDEFE80EA36}">
      <dsp:nvSpPr>
        <dsp:cNvPr id="0" name=""/>
        <dsp:cNvSpPr/>
      </dsp:nvSpPr>
      <dsp:spPr>
        <a:xfrm>
          <a:off x="0" y="5066561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436659-71AD-479A-AB38-C83916144C9C}">
      <dsp:nvSpPr>
        <dsp:cNvPr id="0" name=""/>
        <dsp:cNvSpPr/>
      </dsp:nvSpPr>
      <dsp:spPr>
        <a:xfrm>
          <a:off x="245129" y="5248889"/>
          <a:ext cx="445690" cy="44569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5CD48E-A69B-4CA9-A438-7EA4D5526EC1}">
      <dsp:nvSpPr>
        <dsp:cNvPr id="0" name=""/>
        <dsp:cNvSpPr/>
      </dsp:nvSpPr>
      <dsp:spPr>
        <a:xfrm>
          <a:off x="935949" y="5066561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Email Service: SMTP</a:t>
          </a:r>
        </a:p>
      </dsp:txBody>
      <dsp:txXfrm>
        <a:off x="935949" y="5066561"/>
        <a:ext cx="3790251" cy="8103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7" name="Slide Background Fill">
            <a:extLst>
              <a:ext uri="{FF2B5EF4-FFF2-40B4-BE49-F238E27FC236}">
                <a16:creationId xmlns:a16="http://schemas.microsoft.com/office/drawing/2014/main" id="{7D07B7BC-3270-4CF3-A7AA-0937908AD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3248F5E6-4377-481A-9615-8B26AF96A0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1714" cy="6858000"/>
            <a:chOff x="651279" y="598259"/>
            <a:chExt cx="10889442" cy="5680742"/>
          </a:xfrm>
        </p:grpSpPr>
        <p:sp>
          <p:nvSpPr>
            <p:cNvPr id="75" name="Color">
              <a:extLst>
                <a:ext uri="{FF2B5EF4-FFF2-40B4-BE49-F238E27FC236}">
                  <a16:creationId xmlns:a16="http://schemas.microsoft.com/office/drawing/2014/main" id="{D8552057-9E04-4499-916A-649BB6B51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Color">
              <a:extLst>
                <a:ext uri="{FF2B5EF4-FFF2-40B4-BE49-F238E27FC236}">
                  <a16:creationId xmlns:a16="http://schemas.microsoft.com/office/drawing/2014/main" id="{D1194A2F-4E63-4228-A833-4D86528EA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User">
            <a:extLst>
              <a:ext uri="{FF2B5EF4-FFF2-40B4-BE49-F238E27FC236}">
                <a16:creationId xmlns:a16="http://schemas.microsoft.com/office/drawing/2014/main" id="{F8A64F0D-1207-EEB6-9110-A938BE9361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788" y="2197387"/>
            <a:ext cx="3903162" cy="3903162"/>
          </a:xfrm>
          <a:prstGeom prst="rect">
            <a:avLst/>
          </a:prstGeom>
        </p:spPr>
      </p:pic>
      <p:grpSp>
        <p:nvGrpSpPr>
          <p:cNvPr id="78" name="Group 77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576072"/>
            <a:ext cx="7783113" cy="1546533"/>
          </a:xfrm>
        </p:spPr>
        <p:txBody>
          <a:bodyPr anchor="t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Life sync AI personalized Routine Prediction 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8306" y="2197386"/>
            <a:ext cx="3524595" cy="3903163"/>
          </a:xfrm>
        </p:spPr>
        <p:txBody>
          <a:bodyPr anchor="ctr">
            <a:norm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Team Members:</a:t>
            </a:r>
          </a:p>
          <a:p>
            <a:r>
              <a:rPr lang="en-US" sz="1600">
                <a:solidFill>
                  <a:schemeClr val="bg1"/>
                </a:solidFill>
              </a:rPr>
              <a:t>Dharmika Gali</a:t>
            </a:r>
          </a:p>
          <a:p>
            <a:r>
              <a:rPr lang="en-US" sz="1600">
                <a:solidFill>
                  <a:schemeClr val="bg1"/>
                </a:solidFill>
              </a:rPr>
              <a:t>Shruthi darwaja</a:t>
            </a:r>
          </a:p>
          <a:p>
            <a:pPr marL="0" indent="0"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Colorful adhesive taps and pen on open notebook">
            <a:extLst>
              <a:ext uri="{FF2B5EF4-FFF2-40B4-BE49-F238E27FC236}">
                <a16:creationId xmlns:a16="http://schemas.microsoft.com/office/drawing/2014/main" id="{7939F402-F5BA-C8F4-45C4-A2232947268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/>
              <a:t>People frequently forget daily essential items such as keys, wallet, laptop, charger, ID cards, and water bottles.</a:t>
            </a:r>
          </a:p>
          <a:p>
            <a:pPr>
              <a:lnSpc>
                <a:spcPct val="90000"/>
              </a:lnSpc>
            </a:pPr>
            <a:endParaRPr lang="en-US" sz="3000"/>
          </a:p>
          <a:p>
            <a:pPr>
              <a:lnSpc>
                <a:spcPct val="90000"/>
              </a:lnSpc>
            </a:pPr>
            <a:r>
              <a:rPr lang="en-US" sz="3000"/>
              <a:t>This causes stress, wasted time, missed appointments, and productivity loss.</a:t>
            </a:r>
          </a:p>
          <a:p>
            <a:pPr>
              <a:lnSpc>
                <a:spcPct val="90000"/>
              </a:lnSpc>
            </a:pPr>
            <a:endParaRPr lang="en-US" sz="3000"/>
          </a:p>
          <a:p>
            <a:pPr>
              <a:lnSpc>
                <a:spcPct val="90000"/>
              </a:lnSpc>
            </a:pPr>
            <a:r>
              <a:rPr lang="en-US" sz="3000"/>
              <a:t>Current reminder apps require manual input and do not learn personal behavior patterns.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Magnifying glass showing decling performance">
            <a:extLst>
              <a:ext uri="{FF2B5EF4-FFF2-40B4-BE49-F238E27FC236}">
                <a16:creationId xmlns:a16="http://schemas.microsoft.com/office/drawing/2014/main" id="{3E19B729-92CF-1522-E322-5CAD818A85F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/>
              <a:t>Approach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F0449B4-36C5-A99D-5D25-195A3F92FD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First, we identify the daily essential items that users commonly forget.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500" b="1" i="0" u="none" strike="noStrike" cap="none" normalizeH="0" baseline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habit data is collected based on item usage and daily routines.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500" i="0" u="none" strike="noStrike" cap="none" normalizeH="0" baseline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data is cleaned and prepared for machine learning processing.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500" i="0" u="none" strike="noStrike" cap="none" normalizeH="0" baseline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K-Means is used to analyze and group similar behavior patterns.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500" i="0" u="none" strike="noStrike" cap="none" normalizeH="0" baseline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 Forest and Logistic Regression predict required items and forgetting probability.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500" i="0" u="none" strike="noStrike" cap="none" normalizeH="0" baseline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priority score is generated for each item based on predictions.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500" i="0" u="none" strike="noStrike" cap="none" normalizeH="0" baseline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system displays the results on the dashboard and sends automatic email reminders.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Deliverables</a:t>
            </a:r>
            <a:endParaRPr lang="en-US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742CFE6-2575-7010-3936-1C2FB77F843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69823" y="1732059"/>
          <a:ext cx="8529403" cy="31700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- Smart Habit Tracking</a:t>
            </a:r>
          </a:p>
          <a:p>
            <a:r>
              <a:rPr lang="en-US" sz="1700"/>
              <a:t>- Automatic Item Prediction</a:t>
            </a:r>
          </a:p>
          <a:p>
            <a:r>
              <a:rPr lang="en-US" sz="1700"/>
              <a:t>- Priority-Based Reminders</a:t>
            </a:r>
          </a:p>
          <a:p>
            <a:r>
              <a:rPr lang="en-US" sz="1700"/>
              <a:t>- Daily Email Notifications</a:t>
            </a:r>
          </a:p>
          <a:p>
            <a:r>
              <a:rPr lang="en-US" sz="1700"/>
              <a:t>- One-Click Mark as Packed</a:t>
            </a:r>
          </a:p>
          <a:p>
            <a:r>
              <a:rPr lang="en-US" sz="1700"/>
              <a:t>- User-Friendly Dashboard</a:t>
            </a:r>
          </a:p>
        </p:txBody>
      </p:sp>
      <p:pic>
        <p:nvPicPr>
          <p:cNvPr id="5" name="Picture 4" descr="Closeup of a keyboard">
            <a:extLst>
              <a:ext uri="{FF2B5EF4-FFF2-40B4-BE49-F238E27FC236}">
                <a16:creationId xmlns:a16="http://schemas.microsoft.com/office/drawing/2014/main" id="{0B06FA2D-24E6-18DF-074D-5E46376DF6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118" r="41170" b="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chemeClr val="bg1"/>
                </a:solidFill>
              </a:rPr>
              <a:t>System Architecture</a:t>
            </a:r>
          </a:p>
        </p:txBody>
      </p:sp>
      <p:grpSp>
        <p:nvGrpSpPr>
          <p:cNvPr id="22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0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B5853985-C105-5178-D613-E68297BFE8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1244603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544" y="847600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958" y="1233241"/>
            <a:ext cx="2430380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Database Design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-1"/>
            <a:ext cx="130305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19805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820880"/>
            <a:ext cx="3943349" cy="488935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/>
              <a:t>Tables Include:</a:t>
            </a:r>
          </a:p>
          <a:p>
            <a:pPr>
              <a:lnSpc>
                <a:spcPct val="90000"/>
              </a:lnSpc>
            </a:pPr>
            <a:r>
              <a:rPr lang="en-US" sz="3000"/>
              <a:t>- User Table</a:t>
            </a:r>
          </a:p>
          <a:p>
            <a:pPr>
              <a:lnSpc>
                <a:spcPct val="90000"/>
              </a:lnSpc>
            </a:pPr>
            <a:r>
              <a:rPr lang="en-US" sz="3000"/>
              <a:t>- Item List Table</a:t>
            </a:r>
          </a:p>
          <a:p>
            <a:pPr>
              <a:lnSpc>
                <a:spcPct val="90000"/>
              </a:lnSpc>
            </a:pPr>
            <a:r>
              <a:rPr lang="en-US" sz="3000"/>
              <a:t>- Daily Packing History</a:t>
            </a:r>
          </a:p>
          <a:p>
            <a:pPr>
              <a:lnSpc>
                <a:spcPct val="90000"/>
              </a:lnSpc>
            </a:pPr>
            <a:r>
              <a:rPr lang="en-US" sz="3000"/>
              <a:t>- Prediction Logs</a:t>
            </a:r>
          </a:p>
          <a:p>
            <a:pPr>
              <a:lnSpc>
                <a:spcPct val="90000"/>
              </a:lnSpc>
            </a:pPr>
            <a:endParaRPr lang="en-US" sz="3000"/>
          </a:p>
          <a:p>
            <a:pPr>
              <a:lnSpc>
                <a:spcPct val="90000"/>
              </a:lnSpc>
            </a:pPr>
            <a:r>
              <a:rPr lang="en-US" sz="3000"/>
              <a:t>Database stores both historical and prediction data efficiently.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161135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53792" y="5717905"/>
            <a:ext cx="1328706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6258755"/>
            <a:ext cx="1174455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A5E8F9-2DC2-A1A3-9935-A0614D4DB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/>
              <a:t>Behavior Pattern Analysis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635F7-F1C6-9394-050A-01BB44FD0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/>
              <a:t>Behavior Pattern Analysis studies the user’s daily routine and item usage over time.</a:t>
            </a:r>
            <a:br>
              <a:rPr lang="en-US" sz="3000"/>
            </a:br>
            <a:r>
              <a:rPr lang="en-US" sz="3000"/>
              <a:t>The system records which items are carried, forgotten, and frequently used on different days.</a:t>
            </a:r>
            <a:br>
              <a:rPr lang="en-US" sz="3000"/>
            </a:br>
            <a:r>
              <a:rPr lang="en-US" sz="3000"/>
              <a:t>K-Means clustering is used to group similar behavior patterns.</a:t>
            </a:r>
            <a:br>
              <a:rPr lang="en-US" sz="3000"/>
            </a:br>
            <a:r>
              <a:rPr lang="en-US" sz="3000"/>
              <a:t>These patterns help the system predict required items and generate accurate priority scores.</a:t>
            </a:r>
          </a:p>
        </p:txBody>
      </p:sp>
    </p:spTree>
    <p:extLst>
      <p:ext uri="{BB962C8B-B14F-4D97-AF65-F5344CB8AC3E}">
        <p14:creationId xmlns:p14="http://schemas.microsoft.com/office/powerpoint/2010/main" val="2206129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66CBED-C65B-2B2F-E0EC-D9BFBB884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/>
              <a:t>Priority-Based Decision Making</a:t>
            </a:r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1157-EB12-C2B0-EBD6-B4CB723B6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/>
              <a:t>Priority-Based Decision Making assigns an importance level to each predicted item.</a:t>
            </a:r>
            <a:br>
              <a:rPr lang="en-US" sz="3000"/>
            </a:br>
            <a:r>
              <a:rPr lang="en-US" sz="3000"/>
              <a:t>The system calculates a priority score using the probability that an item is needed and the probability that the user may forget it.</a:t>
            </a:r>
            <a:br>
              <a:rPr lang="en-US" sz="3000"/>
            </a:br>
            <a:r>
              <a:rPr lang="en-US" sz="3000"/>
              <a:t>Items with higher priority scores are displayed at the top of the list.</a:t>
            </a:r>
            <a:br>
              <a:rPr lang="en-US" sz="3000"/>
            </a:br>
            <a:r>
              <a:rPr lang="en-US" sz="3000"/>
              <a:t>This helps users focus first on the most important items and avoid forgetting essentials.</a:t>
            </a:r>
          </a:p>
        </p:txBody>
      </p:sp>
    </p:spTree>
    <p:extLst>
      <p:ext uri="{BB962C8B-B14F-4D97-AF65-F5344CB8AC3E}">
        <p14:creationId xmlns:p14="http://schemas.microsoft.com/office/powerpoint/2010/main" val="3248230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/>
              <a:t>Automation using AI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/>
              <a:t>Automation using AI enables the system to send reminders automatically without any manual input from the user.</a:t>
            </a:r>
            <a:br>
              <a:rPr lang="en-US" sz="3000"/>
            </a:br>
            <a:r>
              <a:rPr lang="en-US" sz="3000"/>
              <a:t>The trained machine learning model predicts the important daily items based on user behavior.</a:t>
            </a:r>
            <a:br>
              <a:rPr lang="en-US" sz="3000"/>
            </a:br>
            <a:r>
              <a:rPr lang="en-US" sz="3000"/>
              <a:t>The scheduler triggers the email service at a fixed time every day.</a:t>
            </a:r>
            <a:br>
              <a:rPr lang="en-US" sz="3000"/>
            </a:br>
            <a:r>
              <a:rPr lang="en-US" sz="3000"/>
              <a:t>Users receive a personalized reminder email with a priority-based item list to prevent forgetting.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66AB9CEA-6393-5212-CD56-3182AE19CB9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l="17253" r="7748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/>
              <a:t>User Dashboard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Dashboard Displays:</a:t>
            </a:r>
          </a:p>
          <a:p>
            <a:pPr>
              <a:lnSpc>
                <a:spcPct val="90000"/>
              </a:lnSpc>
            </a:pPr>
            <a:r>
              <a:rPr lang="en-US"/>
              <a:t>- Today's predicted items</a:t>
            </a:r>
          </a:p>
          <a:p>
            <a:pPr>
              <a:lnSpc>
                <a:spcPct val="90000"/>
              </a:lnSpc>
            </a:pPr>
            <a:r>
              <a:rPr lang="en-US"/>
              <a:t>- Packing status</a:t>
            </a:r>
          </a:p>
          <a:p>
            <a:pPr>
              <a:lnSpc>
                <a:spcPct val="90000"/>
              </a:lnSpc>
            </a:pPr>
            <a:r>
              <a:rPr lang="en-US"/>
              <a:t>- Remaining pending items</a:t>
            </a:r>
          </a:p>
          <a:p>
            <a:pPr>
              <a:lnSpc>
                <a:spcPct val="90000"/>
              </a:lnSpc>
            </a:pPr>
            <a:r>
              <a:rPr lang="en-US"/>
              <a:t>- Prediction priority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User can manage tasks easily from the dashboard.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7DD8106-A48B-6711-BB2A-9662E6D4B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Project Benefits &amp; Future Enhancements</a:t>
            </a: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DB48959-4852-51ED-CC05-42126B7CDB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Reduces forgetting of daily essential items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Improves productivity and saves time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personalized predictions using AI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Automates reminders through email notifications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Supports future mobile app and smartwatch alerts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GPS-based and location-aware reminders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Allows cloud data synchronization across devices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Slide Background Fill">
            <a:extLst>
              <a:ext uri="{FF2B5EF4-FFF2-40B4-BE49-F238E27FC236}">
                <a16:creationId xmlns:a16="http://schemas.microsoft.com/office/drawing/2014/main" id="{03AF1C04-3FEF-41BD-BB84-2F263765B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DD5E267-EB6F-47DF-ABEF-2C1BED44D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36" y="0"/>
            <a:ext cx="9141711" cy="6858000"/>
            <a:chOff x="-2848" y="0"/>
            <a:chExt cx="12188949" cy="6858000"/>
          </a:xfrm>
        </p:grpSpPr>
        <p:sp>
          <p:nvSpPr>
            <p:cNvPr id="19" name="Color Cover">
              <a:extLst>
                <a:ext uri="{FF2B5EF4-FFF2-40B4-BE49-F238E27FC236}">
                  <a16:creationId xmlns:a16="http://schemas.microsoft.com/office/drawing/2014/main" id="{4BA86AA3-0623-4268-861E-ADA01A7C07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Color Cover">
              <a:extLst>
                <a:ext uri="{FF2B5EF4-FFF2-40B4-BE49-F238E27FC236}">
                  <a16:creationId xmlns:a16="http://schemas.microsoft.com/office/drawing/2014/main" id="{72692EF2-4C1F-4ED7-9C00-6CF92783E2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6828D02-A05D-412B-9F20-B68E970B9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8459" y="598259"/>
            <a:ext cx="8167081" cy="5680742"/>
            <a:chOff x="651279" y="598259"/>
            <a:chExt cx="10889442" cy="5680742"/>
          </a:xfrm>
        </p:grpSpPr>
        <p:sp>
          <p:nvSpPr>
            <p:cNvPr id="23" name="Color">
              <a:extLst>
                <a:ext uri="{FF2B5EF4-FFF2-40B4-BE49-F238E27FC236}">
                  <a16:creationId xmlns:a16="http://schemas.microsoft.com/office/drawing/2014/main" id="{A1A8E50E-11DE-480E-A93B-F503760BCC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Color">
              <a:extLst>
                <a:ext uri="{FF2B5EF4-FFF2-40B4-BE49-F238E27FC236}">
                  <a16:creationId xmlns:a16="http://schemas.microsoft.com/office/drawing/2014/main" id="{D2E2EE99-89A4-435B-B61A-3C8B5B2B2D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 descr="Robot operating a machine">
            <a:extLst>
              <a:ext uri="{FF2B5EF4-FFF2-40B4-BE49-F238E27FC236}">
                <a16:creationId xmlns:a16="http://schemas.microsoft.com/office/drawing/2014/main" id="{DBEE6C13-196A-054F-3529-90FE8EEEC7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80"/>
          <a:stretch>
            <a:fillRect/>
          </a:stretch>
        </p:blipFill>
        <p:spPr>
          <a:xfrm>
            <a:off x="5007769" y="2131483"/>
            <a:ext cx="3428952" cy="2571716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238" y="819015"/>
            <a:ext cx="4126161" cy="2353362"/>
          </a:xfrm>
        </p:spPr>
        <p:txBody>
          <a:bodyPr anchor="b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238" y="3442089"/>
            <a:ext cx="4126161" cy="2573579"/>
          </a:xfrm>
        </p:spPr>
        <p:txBody>
          <a:bodyPr anchor="t">
            <a:norm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Life Sync AI personalized Routine Prediction System is a smart AI-based reminder system.</a:t>
            </a:r>
          </a:p>
          <a:p>
            <a:r>
              <a:rPr lang="en-US" sz="1600">
                <a:solidFill>
                  <a:schemeClr val="bg1"/>
                </a:solidFill>
              </a:rPr>
              <a:t>It learns user habits and predicts important daily items.</a:t>
            </a:r>
          </a:p>
          <a:p>
            <a:r>
              <a:rPr lang="en-US" sz="1600">
                <a:solidFill>
                  <a:schemeClr val="bg1"/>
                </a:solidFill>
              </a:rPr>
              <a:t>This project demonstrates the power of machine learning in daily life automation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1714" cy="6858000"/>
            <a:chOff x="651279" y="598259"/>
            <a:chExt cx="10889442" cy="5680742"/>
          </a:xfrm>
        </p:grpSpPr>
        <p:sp>
          <p:nvSpPr>
            <p:cNvPr id="43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281" y="666351"/>
            <a:ext cx="7918803" cy="30443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622</Words>
  <Application>Microsoft Office PowerPoint</Application>
  <PresentationFormat>On-screen Show (4:3)</PresentationFormat>
  <Paragraphs>78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Life sync AI personalized Routine Prediction System</vt:lpstr>
      <vt:lpstr>Project Objectives</vt:lpstr>
      <vt:lpstr>Approach</vt:lpstr>
      <vt:lpstr>Deliverables</vt:lpstr>
      <vt:lpstr>Key Features</vt:lpstr>
      <vt:lpstr>System Architecture</vt:lpstr>
      <vt:lpstr>Database Design</vt:lpstr>
      <vt:lpstr>Behavior Pattern Analysis</vt:lpstr>
      <vt:lpstr>Priority-Based Decision Making</vt:lpstr>
      <vt:lpstr>Automation using AI</vt:lpstr>
      <vt:lpstr>User Dashboard Output</vt:lpstr>
      <vt:lpstr>Project Benefits &amp; Future Enhancements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Gali, Dharmika</cp:lastModifiedBy>
  <cp:revision>4</cp:revision>
  <dcterms:created xsi:type="dcterms:W3CDTF">2013-01-27T09:14:16Z</dcterms:created>
  <dcterms:modified xsi:type="dcterms:W3CDTF">2025-12-08T17:56:34Z</dcterms:modified>
  <cp:category/>
</cp:coreProperties>
</file>